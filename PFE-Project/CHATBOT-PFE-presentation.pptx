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711" r:id="rId3"/>
    <p:sldId id="641" r:id="rId4"/>
    <p:sldId id="616" r:id="rId5"/>
    <p:sldId id="527" r:id="rId6"/>
    <p:sldId id="710" r:id="rId7"/>
    <p:sldId id="703" r:id="rId8"/>
    <p:sldId id="705" r:id="rId9"/>
    <p:sldId id="706" r:id="rId10"/>
    <p:sldId id="707" r:id="rId11"/>
    <p:sldId id="708" r:id="rId12"/>
    <p:sldId id="614" r:id="rId13"/>
    <p:sldId id="696" r:id="rId14"/>
    <p:sldId id="295" r:id="rId15"/>
    <p:sldId id="698" r:id="rId16"/>
    <p:sldId id="682" r:id="rId17"/>
    <p:sldId id="679" r:id="rId18"/>
    <p:sldId id="678" r:id="rId19"/>
    <p:sldId id="680" r:id="rId20"/>
    <p:sldId id="643" r:id="rId21"/>
    <p:sldId id="683" r:id="rId22"/>
    <p:sldId id="690" r:id="rId23"/>
    <p:sldId id="687" r:id="rId24"/>
    <p:sldId id="669" r:id="rId25"/>
    <p:sldId id="691" r:id="rId26"/>
    <p:sldId id="692" r:id="rId27"/>
    <p:sldId id="693" r:id="rId28"/>
    <p:sldId id="694" r:id="rId29"/>
    <p:sldId id="701" r:id="rId30"/>
    <p:sldId id="709" r:id="rId31"/>
    <p:sldId id="702" r:id="rId32"/>
    <p:sldId id="283" r:id="rId33"/>
    <p:sldId id="656" r:id="rId34"/>
    <p:sldId id="655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03BA92C-1613-411E-9BB6-4CC483A36CEE}">
          <p14:sldIdLst>
            <p14:sldId id="256"/>
            <p14:sldId id="711"/>
            <p14:sldId id="641"/>
          </p14:sldIdLst>
        </p14:section>
        <p14:section name="INTRODUCTION" id="{95EB11B6-84B9-4A83-846F-00F7F0B71095}">
          <p14:sldIdLst>
            <p14:sldId id="616"/>
            <p14:sldId id="527"/>
          </p14:sldIdLst>
        </p14:section>
        <p14:section name=" Chatbot – Définition Générale" id="{F68EC673-7BFF-49EA-8D55-BB3A4D0C10CE}">
          <p14:sldIdLst>
            <p14:sldId id="710"/>
            <p14:sldId id="703"/>
            <p14:sldId id="705"/>
            <p14:sldId id="706"/>
            <p14:sldId id="707"/>
            <p14:sldId id="708"/>
          </p14:sldIdLst>
        </p14:section>
        <p14:section name="Contexte et Objectifs" id="{09C8C2CC-03A4-456A-A9F2-64EAE9BB6BB5}">
          <p14:sldIdLst>
            <p14:sldId id="614"/>
            <p14:sldId id="696"/>
          </p14:sldIdLst>
        </p14:section>
        <p14:section name="Analyse et Conception" id="{F9368C20-E2D6-4AAF-82DC-DDE1FDB049B7}">
          <p14:sldIdLst>
            <p14:sldId id="295"/>
            <p14:sldId id="698"/>
            <p14:sldId id="682"/>
            <p14:sldId id="679"/>
            <p14:sldId id="678"/>
            <p14:sldId id="680"/>
          </p14:sldIdLst>
        </p14:section>
        <p14:section name="Architecture et Technologies" id="{8AB1DBAC-8BD1-4B76-9157-3DF4E6105B34}">
          <p14:sldIdLst>
            <p14:sldId id="643"/>
            <p14:sldId id="683"/>
            <p14:sldId id="690"/>
            <p14:sldId id="687"/>
          </p14:sldIdLst>
        </p14:section>
        <p14:section name="Réalisation" id="{075B0357-4DEB-4B88-AD87-381A76D5E888}">
          <p14:sldIdLst>
            <p14:sldId id="669"/>
            <p14:sldId id="691"/>
            <p14:sldId id="692"/>
            <p14:sldId id="693"/>
            <p14:sldId id="694"/>
            <p14:sldId id="701"/>
          </p14:sldIdLst>
        </p14:section>
        <p14:section name="Perspectives" id="{3F469CD4-B33A-4618-BA33-86DD28318677}">
          <p14:sldIdLst>
            <p14:sldId id="709"/>
            <p14:sldId id="702"/>
          </p14:sldIdLst>
        </p14:section>
        <p14:section name="Conclusion" id="{DB814180-34E1-4726-8953-F14F412E41F3}">
          <p14:sldIdLst>
            <p14:sldId id="283"/>
            <p14:sldId id="656"/>
            <p14:sldId id="655"/>
          </p14:sldIdLst>
        </p14:section>
        <p14:section name="mrc" id="{A06E5345-0974-4C22-8D59-0A204B448C8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5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>
        <p:scale>
          <a:sx n="50" d="100"/>
          <a:sy n="50" d="100"/>
        </p:scale>
        <p:origin x="132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B24E82-3068-409E-B4BE-7C62D71FE69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ED425-21FA-44BD-8EF9-1D7A772019A6}">
      <dgm:prSet phldrT="[Text]" custT="1"/>
      <dgm:spPr>
        <a:solidFill>
          <a:srgbClr val="00B050"/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Suit un arbre de décision fixe, avec des questions et réponses prédéfinies. Facile à développer mais peu flexible.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3A0289-AC10-4157-BD26-9B896381E92B}" type="parTrans" cxnId="{FF85516F-69CB-4DAA-9A17-C5F60D1F8293}">
      <dgm:prSet/>
      <dgm:spPr/>
      <dgm:t>
        <a:bodyPr/>
        <a:lstStyle/>
        <a:p>
          <a:endParaRPr lang="en-US"/>
        </a:p>
      </dgm:t>
    </dgm:pt>
    <dgm:pt modelId="{18EAAD58-2797-49BE-810E-2F142C364469}" type="sibTrans" cxnId="{FF85516F-69CB-4DAA-9A17-C5F60D1F8293}">
      <dgm:prSet/>
      <dgm:spPr/>
      <dgm:t>
        <a:bodyPr/>
        <a:lstStyle/>
        <a:p>
          <a:endParaRPr lang="en-US"/>
        </a:p>
      </dgm:t>
    </dgm:pt>
    <dgm:pt modelId="{F79A3CA5-5209-4459-BAA7-E2C4EA7F924B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128C15-1D95-4E5F-873E-D750DEF27B4E}" type="parTrans" cxnId="{EA201DF0-1151-441B-9DA1-03F1819C58C1}">
      <dgm:prSet/>
      <dgm:spPr/>
      <dgm:t>
        <a:bodyPr/>
        <a:lstStyle/>
        <a:p>
          <a:endParaRPr lang="en-US"/>
        </a:p>
      </dgm:t>
    </dgm:pt>
    <dgm:pt modelId="{B0B9E45E-DC3F-48B0-9774-DA6C72A99A94}" type="sibTrans" cxnId="{EA201DF0-1151-441B-9DA1-03F1819C58C1}">
      <dgm:prSet/>
      <dgm:spPr/>
      <dgm:t>
        <a:bodyPr/>
        <a:lstStyle/>
        <a:p>
          <a:endParaRPr lang="en-US"/>
        </a:p>
      </dgm:t>
    </dgm:pt>
    <dgm:pt modelId="{26D46560-6B73-4413-8C6A-869CA06F1F99}">
      <dgm:prSet phldrT="[Text]" custT="1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Simple à </a:t>
          </a:r>
          <a:r>
            <a:rPr lang="en-US" sz="2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concevoir</a:t>
          </a:r>
          <a:endParaRPr lang="fr-F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Font typeface="Arial" panose="020B0604020202020204" pitchFamily="34" charset="0"/>
            <a:buChar char="•"/>
          </a:pPr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Contrôle total sur les réponses</a:t>
          </a:r>
        </a:p>
        <a:p>
          <a:pPr algn="l">
            <a:buFont typeface="Arial" panose="020B0604020202020204" pitchFamily="34" charset="0"/>
            <a:buChar char="•"/>
          </a:pPr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Précis pour des scénarios connus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476B7C-6788-48F6-A9DA-7802D683671C}" type="parTrans" cxnId="{45D9E57A-A4A1-43B6-869C-2DC7BF6A2CF2}">
      <dgm:prSet/>
      <dgm:spPr/>
      <dgm:t>
        <a:bodyPr/>
        <a:lstStyle/>
        <a:p>
          <a:endParaRPr lang="en-US"/>
        </a:p>
      </dgm:t>
    </dgm:pt>
    <dgm:pt modelId="{3AC6FA5F-B404-49D8-8A67-66C461B3D5F3}" type="sibTrans" cxnId="{45D9E57A-A4A1-43B6-869C-2DC7BF6A2CF2}">
      <dgm:prSet/>
      <dgm:spPr/>
      <dgm:t>
        <a:bodyPr/>
        <a:lstStyle/>
        <a:p>
          <a:endParaRPr lang="en-US"/>
        </a:p>
      </dgm:t>
    </dgm:pt>
    <dgm:pt modelId="{AD02D5F1-07AD-4AC9-B657-744B041474B1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dirty="0">
            <a:solidFill>
              <a:schemeClr val="tx1"/>
            </a:solidFill>
          </a:endParaRPr>
        </a:p>
      </dgm:t>
    </dgm:pt>
    <dgm:pt modelId="{C4610F36-44FB-4343-B9E1-D3A577FB2745}" type="parTrans" cxnId="{853AF94E-3FB8-417A-BCC4-A41755C205BF}">
      <dgm:prSet/>
      <dgm:spPr/>
      <dgm:t>
        <a:bodyPr/>
        <a:lstStyle/>
        <a:p>
          <a:endParaRPr lang="en-US"/>
        </a:p>
      </dgm:t>
    </dgm:pt>
    <dgm:pt modelId="{3442A1BA-603F-43BD-A240-756597B83D18}" type="sibTrans" cxnId="{853AF94E-3FB8-417A-BCC4-A41755C205BF}">
      <dgm:prSet/>
      <dgm:spPr/>
      <dgm:t>
        <a:bodyPr/>
        <a:lstStyle/>
        <a:p>
          <a:endParaRPr lang="en-US"/>
        </a:p>
      </dgm:t>
    </dgm:pt>
    <dgm:pt modelId="{309722CF-2BD2-4EB8-9B77-6548255B2123}">
      <dgm:prSet phldrT="[Text]" custT="1"/>
      <dgm:spPr>
        <a:solidFill>
          <a:srgbClr val="00B05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2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Chatbot</a:t>
          </a:r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d’assistance sur un site e-commerce (ex. suivi de commande)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6CD0B5-C691-4C48-B47A-1F3F171062B4}" type="parTrans" cxnId="{619F28E8-13B2-43AC-9C97-8D2EC4F98E1B}">
      <dgm:prSet/>
      <dgm:spPr/>
      <dgm:t>
        <a:bodyPr/>
        <a:lstStyle/>
        <a:p>
          <a:endParaRPr lang="en-US"/>
        </a:p>
      </dgm:t>
    </dgm:pt>
    <dgm:pt modelId="{92E18DC0-E492-4C14-8F85-EBB20751B275}" type="sibTrans" cxnId="{619F28E8-13B2-43AC-9C97-8D2EC4F98E1B}">
      <dgm:prSet/>
      <dgm:spPr/>
      <dgm:t>
        <a:bodyPr/>
        <a:lstStyle/>
        <a:p>
          <a:endParaRPr lang="en-US"/>
        </a:p>
      </dgm:t>
    </dgm:pt>
    <dgm:pt modelId="{895E636E-8B16-40DD-A6C4-8CEC7736A52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dirty="0">
            <a:solidFill>
              <a:schemeClr val="tx1"/>
            </a:solidFill>
          </a:endParaRPr>
        </a:p>
      </dgm:t>
    </dgm:pt>
    <dgm:pt modelId="{9E8E5E96-A8C4-4E69-8529-205960036FA9}" type="parTrans" cxnId="{F137AB82-26A0-4081-8117-925B92221CBE}">
      <dgm:prSet/>
      <dgm:spPr/>
      <dgm:t>
        <a:bodyPr/>
        <a:lstStyle/>
        <a:p>
          <a:endParaRPr lang="en-US"/>
        </a:p>
      </dgm:t>
    </dgm:pt>
    <dgm:pt modelId="{D97C9008-95B3-4385-8016-8F94914853B6}" type="sibTrans" cxnId="{F137AB82-26A0-4081-8117-925B92221CBE}">
      <dgm:prSet/>
      <dgm:spPr/>
      <dgm:t>
        <a:bodyPr/>
        <a:lstStyle/>
        <a:p>
          <a:endParaRPr lang="en-US"/>
        </a:p>
      </dgm:t>
    </dgm:pt>
    <dgm:pt modelId="{04AAEA1F-0162-4351-B188-9368AF910F65}" type="pres">
      <dgm:prSet presAssocID="{CAB24E82-3068-409E-B4BE-7C62D71FE692}" presName="rootnode" presStyleCnt="0">
        <dgm:presLayoutVars>
          <dgm:chMax/>
          <dgm:chPref/>
          <dgm:dir/>
          <dgm:animLvl val="lvl"/>
        </dgm:presLayoutVars>
      </dgm:prSet>
      <dgm:spPr/>
    </dgm:pt>
    <dgm:pt modelId="{24EAE6E3-8128-427A-8414-763243EBB21E}" type="pres">
      <dgm:prSet presAssocID="{C1CED425-21FA-44BD-8EF9-1D7A772019A6}" presName="composite" presStyleCnt="0"/>
      <dgm:spPr/>
    </dgm:pt>
    <dgm:pt modelId="{CAFE555D-5BD6-48E6-B570-C1070EB013EA}" type="pres">
      <dgm:prSet presAssocID="{C1CED425-21FA-44BD-8EF9-1D7A772019A6}" presName="bentUpArrow1" presStyleLbl="alignImgPlace1" presStyleIdx="0" presStyleCnt="2" custLinFactNeighborX="-63588" custLinFactNeighborY="310"/>
      <dgm:spPr/>
    </dgm:pt>
    <dgm:pt modelId="{66C81B2A-DFB5-4D94-B36A-990501801830}" type="pres">
      <dgm:prSet presAssocID="{C1CED425-21FA-44BD-8EF9-1D7A772019A6}" presName="ParentText" presStyleLbl="node1" presStyleIdx="0" presStyleCnt="3" custScaleX="189512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511C60F5-6D5B-4BE0-8FF9-6A465EC7B86E}" type="pres">
      <dgm:prSet presAssocID="{C1CED425-21FA-44BD-8EF9-1D7A772019A6}" presName="ChildText" presStyleLbl="revTx" presStyleIdx="0" presStyleCnt="3" custScaleX="135351" custLinFactNeighborX="37236" custLinFactNeighborY="2559">
        <dgm:presLayoutVars>
          <dgm:chMax val="0"/>
          <dgm:chPref val="0"/>
          <dgm:bulletEnabled val="1"/>
        </dgm:presLayoutVars>
      </dgm:prSet>
      <dgm:spPr/>
    </dgm:pt>
    <dgm:pt modelId="{EEC7805A-EC72-4352-99A9-E1D93A1A8DCF}" type="pres">
      <dgm:prSet presAssocID="{18EAAD58-2797-49BE-810E-2F142C364469}" presName="sibTrans" presStyleCnt="0"/>
      <dgm:spPr/>
    </dgm:pt>
    <dgm:pt modelId="{9C065C82-22FC-4C3D-AB11-51A370F77756}" type="pres">
      <dgm:prSet presAssocID="{26D46560-6B73-4413-8C6A-869CA06F1F99}" presName="composite" presStyleCnt="0"/>
      <dgm:spPr/>
    </dgm:pt>
    <dgm:pt modelId="{27139FFD-5D95-4D6E-9059-BE0E9D43BD57}" type="pres">
      <dgm:prSet presAssocID="{26D46560-6B73-4413-8C6A-869CA06F1F99}" presName="bentUpArrow1" presStyleLbl="alignImgPlace1" presStyleIdx="1" presStyleCnt="2" custLinFactNeighborX="-63588" custLinFactNeighborY="310"/>
      <dgm:spPr/>
    </dgm:pt>
    <dgm:pt modelId="{F073E899-385E-482A-BB51-381BBA160B92}" type="pres">
      <dgm:prSet presAssocID="{26D46560-6B73-4413-8C6A-869CA06F1F99}" presName="ParentText" presStyleLbl="node1" presStyleIdx="1" presStyleCnt="3" custScaleX="189512" custLinFactNeighborX="-27413" custLinFactNeighborY="-1882">
        <dgm:presLayoutVars>
          <dgm:chMax val="1"/>
          <dgm:chPref val="1"/>
          <dgm:bulletEnabled val="1"/>
        </dgm:presLayoutVars>
      </dgm:prSet>
      <dgm:spPr/>
    </dgm:pt>
    <dgm:pt modelId="{E4D11DDE-A5C4-4D54-9B44-06201C7EFD27}" type="pres">
      <dgm:prSet presAssocID="{26D46560-6B73-4413-8C6A-869CA06F1F99}" presName="ChildText" presStyleLbl="revTx" presStyleIdx="1" presStyleCnt="3" custScaleX="145289" custLinFactNeighborX="50829" custLinFactNeighborY="2240">
        <dgm:presLayoutVars>
          <dgm:chMax val="0"/>
          <dgm:chPref val="0"/>
          <dgm:bulletEnabled val="1"/>
        </dgm:presLayoutVars>
      </dgm:prSet>
      <dgm:spPr/>
    </dgm:pt>
    <dgm:pt modelId="{431F619D-C1D0-440C-B77E-0B39CF5715B2}" type="pres">
      <dgm:prSet presAssocID="{3AC6FA5F-B404-49D8-8A67-66C461B3D5F3}" presName="sibTrans" presStyleCnt="0"/>
      <dgm:spPr/>
    </dgm:pt>
    <dgm:pt modelId="{46D109B6-A7E7-4F4C-B120-EA1654BF7777}" type="pres">
      <dgm:prSet presAssocID="{309722CF-2BD2-4EB8-9B77-6548255B2123}" presName="composite" presStyleCnt="0"/>
      <dgm:spPr/>
    </dgm:pt>
    <dgm:pt modelId="{AC8C08C1-EBA4-4AC8-9A87-F347C7F3390B}" type="pres">
      <dgm:prSet presAssocID="{309722CF-2BD2-4EB8-9B77-6548255B2123}" presName="ParentText" presStyleLbl="node1" presStyleIdx="2" presStyleCnt="3" custScaleX="189512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26091BD3-68CF-4D21-97F8-055086AD8D51}" type="pres">
      <dgm:prSet presAssocID="{309722CF-2BD2-4EB8-9B77-6548255B2123}" presName="FinalChildText" presStyleLbl="revTx" presStyleIdx="2" presStyleCnt="3" custScaleX="108639" custLinFactNeighborX="27519" custLinFactNeighborY="-1046">
        <dgm:presLayoutVars>
          <dgm:chMax val="0"/>
          <dgm:chPref val="0"/>
          <dgm:bulletEnabled val="1"/>
        </dgm:presLayoutVars>
      </dgm:prSet>
      <dgm:spPr/>
    </dgm:pt>
  </dgm:ptLst>
  <dgm:cxnLst>
    <dgm:cxn modelId="{91DC1343-7C3B-4D2B-8394-E5C1B929E796}" type="presOf" srcId="{C1CED425-21FA-44BD-8EF9-1D7A772019A6}" destId="{66C81B2A-DFB5-4D94-B36A-990501801830}" srcOrd="0" destOrd="0" presId="urn:microsoft.com/office/officeart/2005/8/layout/StepDownProcess"/>
    <dgm:cxn modelId="{7A95A14E-620F-409A-9BEB-5836DE0DDCD7}" type="presOf" srcId="{CAB24E82-3068-409E-B4BE-7C62D71FE692}" destId="{04AAEA1F-0162-4351-B188-9368AF910F65}" srcOrd="0" destOrd="0" presId="urn:microsoft.com/office/officeart/2005/8/layout/StepDownProcess"/>
    <dgm:cxn modelId="{853AF94E-3FB8-417A-BCC4-A41755C205BF}" srcId="{26D46560-6B73-4413-8C6A-869CA06F1F99}" destId="{AD02D5F1-07AD-4AC9-B657-744B041474B1}" srcOrd="0" destOrd="0" parTransId="{C4610F36-44FB-4343-B9E1-D3A577FB2745}" sibTransId="{3442A1BA-603F-43BD-A240-756597B83D18}"/>
    <dgm:cxn modelId="{FF85516F-69CB-4DAA-9A17-C5F60D1F8293}" srcId="{CAB24E82-3068-409E-B4BE-7C62D71FE692}" destId="{C1CED425-21FA-44BD-8EF9-1D7A772019A6}" srcOrd="0" destOrd="0" parTransId="{9F3A0289-AC10-4157-BD26-9B896381E92B}" sibTransId="{18EAAD58-2797-49BE-810E-2F142C364469}"/>
    <dgm:cxn modelId="{45D9E57A-A4A1-43B6-869C-2DC7BF6A2CF2}" srcId="{CAB24E82-3068-409E-B4BE-7C62D71FE692}" destId="{26D46560-6B73-4413-8C6A-869CA06F1F99}" srcOrd="1" destOrd="0" parTransId="{C6476B7C-6788-48F6-A9DA-7802D683671C}" sibTransId="{3AC6FA5F-B404-49D8-8A67-66C461B3D5F3}"/>
    <dgm:cxn modelId="{3E84F97B-62FB-4227-A0F8-E808829BE6EF}" type="presOf" srcId="{26D46560-6B73-4413-8C6A-869CA06F1F99}" destId="{F073E899-385E-482A-BB51-381BBA160B92}" srcOrd="0" destOrd="0" presId="urn:microsoft.com/office/officeart/2005/8/layout/StepDownProcess"/>
    <dgm:cxn modelId="{F137AB82-26A0-4081-8117-925B92221CBE}" srcId="{309722CF-2BD2-4EB8-9B77-6548255B2123}" destId="{895E636E-8B16-40DD-A6C4-8CEC7736A525}" srcOrd="0" destOrd="0" parTransId="{9E8E5E96-A8C4-4E69-8529-205960036FA9}" sibTransId="{D97C9008-95B3-4385-8016-8F94914853B6}"/>
    <dgm:cxn modelId="{379C1493-6BF2-4AD8-8A25-642224C2B9A9}" type="presOf" srcId="{309722CF-2BD2-4EB8-9B77-6548255B2123}" destId="{AC8C08C1-EBA4-4AC8-9A87-F347C7F3390B}" srcOrd="0" destOrd="0" presId="urn:microsoft.com/office/officeart/2005/8/layout/StepDownProcess"/>
    <dgm:cxn modelId="{9D1980D0-E0E4-4B09-B30E-D755A9097623}" type="presOf" srcId="{F79A3CA5-5209-4459-BAA7-E2C4EA7F924B}" destId="{511C60F5-6D5B-4BE0-8FF9-6A465EC7B86E}" srcOrd="0" destOrd="0" presId="urn:microsoft.com/office/officeart/2005/8/layout/StepDownProcess"/>
    <dgm:cxn modelId="{429A41DC-DE17-4970-925C-0AF906D9FBC2}" type="presOf" srcId="{AD02D5F1-07AD-4AC9-B657-744B041474B1}" destId="{E4D11DDE-A5C4-4D54-9B44-06201C7EFD27}" srcOrd="0" destOrd="0" presId="urn:microsoft.com/office/officeart/2005/8/layout/StepDownProcess"/>
    <dgm:cxn modelId="{619F28E8-13B2-43AC-9C97-8D2EC4F98E1B}" srcId="{CAB24E82-3068-409E-B4BE-7C62D71FE692}" destId="{309722CF-2BD2-4EB8-9B77-6548255B2123}" srcOrd="2" destOrd="0" parTransId="{776CD0B5-C691-4C48-B47A-1F3F171062B4}" sibTransId="{92E18DC0-E492-4C14-8F85-EBB20751B275}"/>
    <dgm:cxn modelId="{EA201DF0-1151-441B-9DA1-03F1819C58C1}" srcId="{C1CED425-21FA-44BD-8EF9-1D7A772019A6}" destId="{F79A3CA5-5209-4459-BAA7-E2C4EA7F924B}" srcOrd="0" destOrd="0" parTransId="{25128C15-1D95-4E5F-873E-D750DEF27B4E}" sibTransId="{B0B9E45E-DC3F-48B0-9774-DA6C72A99A94}"/>
    <dgm:cxn modelId="{584D52FA-8421-4385-8B1C-442F39C080B5}" type="presOf" srcId="{895E636E-8B16-40DD-A6C4-8CEC7736A525}" destId="{26091BD3-68CF-4D21-97F8-055086AD8D51}" srcOrd="0" destOrd="0" presId="urn:microsoft.com/office/officeart/2005/8/layout/StepDownProcess"/>
    <dgm:cxn modelId="{2A48AEFF-193C-4F72-942D-33FD84DA3C03}" type="presParOf" srcId="{04AAEA1F-0162-4351-B188-9368AF910F65}" destId="{24EAE6E3-8128-427A-8414-763243EBB21E}" srcOrd="0" destOrd="0" presId="urn:microsoft.com/office/officeart/2005/8/layout/StepDownProcess"/>
    <dgm:cxn modelId="{4757BF77-6568-4649-9FCB-AE0AF1E85622}" type="presParOf" srcId="{24EAE6E3-8128-427A-8414-763243EBB21E}" destId="{CAFE555D-5BD6-48E6-B570-C1070EB013EA}" srcOrd="0" destOrd="0" presId="urn:microsoft.com/office/officeart/2005/8/layout/StepDownProcess"/>
    <dgm:cxn modelId="{6B63FF35-BCE8-4F3C-8EEE-3DCDE9BC308C}" type="presParOf" srcId="{24EAE6E3-8128-427A-8414-763243EBB21E}" destId="{66C81B2A-DFB5-4D94-B36A-990501801830}" srcOrd="1" destOrd="0" presId="urn:microsoft.com/office/officeart/2005/8/layout/StepDownProcess"/>
    <dgm:cxn modelId="{18F9C1BC-8A4B-4CD4-88A4-14376B7727E4}" type="presParOf" srcId="{24EAE6E3-8128-427A-8414-763243EBB21E}" destId="{511C60F5-6D5B-4BE0-8FF9-6A465EC7B86E}" srcOrd="2" destOrd="0" presId="urn:microsoft.com/office/officeart/2005/8/layout/StepDownProcess"/>
    <dgm:cxn modelId="{FBD630AC-3F83-4211-B836-CD1940489D18}" type="presParOf" srcId="{04AAEA1F-0162-4351-B188-9368AF910F65}" destId="{EEC7805A-EC72-4352-99A9-E1D93A1A8DCF}" srcOrd="1" destOrd="0" presId="urn:microsoft.com/office/officeart/2005/8/layout/StepDownProcess"/>
    <dgm:cxn modelId="{C468D3B0-40CE-4D93-A408-C01C9AECB587}" type="presParOf" srcId="{04AAEA1F-0162-4351-B188-9368AF910F65}" destId="{9C065C82-22FC-4C3D-AB11-51A370F77756}" srcOrd="2" destOrd="0" presId="urn:microsoft.com/office/officeart/2005/8/layout/StepDownProcess"/>
    <dgm:cxn modelId="{BDD78F99-629F-423F-A2E3-3E1B79911986}" type="presParOf" srcId="{9C065C82-22FC-4C3D-AB11-51A370F77756}" destId="{27139FFD-5D95-4D6E-9059-BE0E9D43BD57}" srcOrd="0" destOrd="0" presId="urn:microsoft.com/office/officeart/2005/8/layout/StepDownProcess"/>
    <dgm:cxn modelId="{882F7900-3139-4DE6-B3F7-35DD8035F98B}" type="presParOf" srcId="{9C065C82-22FC-4C3D-AB11-51A370F77756}" destId="{F073E899-385E-482A-BB51-381BBA160B92}" srcOrd="1" destOrd="0" presId="urn:microsoft.com/office/officeart/2005/8/layout/StepDownProcess"/>
    <dgm:cxn modelId="{65F33CD1-89E6-41E3-B58C-5BE2344C6963}" type="presParOf" srcId="{9C065C82-22FC-4C3D-AB11-51A370F77756}" destId="{E4D11DDE-A5C4-4D54-9B44-06201C7EFD27}" srcOrd="2" destOrd="0" presId="urn:microsoft.com/office/officeart/2005/8/layout/StepDownProcess"/>
    <dgm:cxn modelId="{1A813353-7C07-48A3-A4CE-A0F79941AF03}" type="presParOf" srcId="{04AAEA1F-0162-4351-B188-9368AF910F65}" destId="{431F619D-C1D0-440C-B77E-0B39CF5715B2}" srcOrd="3" destOrd="0" presId="urn:microsoft.com/office/officeart/2005/8/layout/StepDownProcess"/>
    <dgm:cxn modelId="{DBE6F0F7-F02A-41D2-A40C-22689FB57282}" type="presParOf" srcId="{04AAEA1F-0162-4351-B188-9368AF910F65}" destId="{46D109B6-A7E7-4F4C-B120-EA1654BF7777}" srcOrd="4" destOrd="0" presId="urn:microsoft.com/office/officeart/2005/8/layout/StepDownProcess"/>
    <dgm:cxn modelId="{1291B554-9653-4B79-848B-2FC64A2436E5}" type="presParOf" srcId="{46D109B6-A7E7-4F4C-B120-EA1654BF7777}" destId="{AC8C08C1-EBA4-4AC8-9A87-F347C7F3390B}" srcOrd="0" destOrd="0" presId="urn:microsoft.com/office/officeart/2005/8/layout/StepDownProcess"/>
    <dgm:cxn modelId="{F31D2264-F9E7-44CD-B474-A38D05AEF401}" type="presParOf" srcId="{46D109B6-A7E7-4F4C-B120-EA1654BF7777}" destId="{26091BD3-68CF-4D21-97F8-055086AD8D5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B24E82-3068-409E-B4BE-7C62D71FE69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ED425-21FA-44BD-8EF9-1D7A772019A6}">
      <dgm:prSet phldrT="[Text]" custT="1"/>
      <dgm:spPr>
        <a:solidFill>
          <a:srgbClr val="00B050"/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Utilise le NLP et le Machine Learning pour comprendre les intentions et s’adapter aux requêtes complexes.</a:t>
          </a:r>
          <a:endParaRPr lang="en-US" sz="2400" dirty="0">
            <a:solidFill>
              <a:schemeClr val="tx1"/>
            </a:solidFill>
          </a:endParaRPr>
        </a:p>
      </dgm:t>
    </dgm:pt>
    <dgm:pt modelId="{9F3A0289-AC10-4157-BD26-9B896381E92B}" type="parTrans" cxnId="{FF85516F-69CB-4DAA-9A17-C5F60D1F8293}">
      <dgm:prSet/>
      <dgm:spPr/>
      <dgm:t>
        <a:bodyPr/>
        <a:lstStyle/>
        <a:p>
          <a:endParaRPr lang="en-US"/>
        </a:p>
      </dgm:t>
    </dgm:pt>
    <dgm:pt modelId="{18EAAD58-2797-49BE-810E-2F142C364469}" type="sibTrans" cxnId="{FF85516F-69CB-4DAA-9A17-C5F60D1F8293}">
      <dgm:prSet/>
      <dgm:spPr/>
      <dgm:t>
        <a:bodyPr/>
        <a:lstStyle/>
        <a:p>
          <a:endParaRPr lang="en-US"/>
        </a:p>
      </dgm:t>
    </dgm:pt>
    <dgm:pt modelId="{F79A3CA5-5209-4459-BAA7-E2C4EA7F924B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128C15-1D95-4E5F-873E-D750DEF27B4E}" type="parTrans" cxnId="{EA201DF0-1151-441B-9DA1-03F1819C58C1}">
      <dgm:prSet/>
      <dgm:spPr/>
      <dgm:t>
        <a:bodyPr/>
        <a:lstStyle/>
        <a:p>
          <a:endParaRPr lang="en-US"/>
        </a:p>
      </dgm:t>
    </dgm:pt>
    <dgm:pt modelId="{B0B9E45E-DC3F-48B0-9774-DA6C72A99A94}" type="sibTrans" cxnId="{EA201DF0-1151-441B-9DA1-03F1819C58C1}">
      <dgm:prSet/>
      <dgm:spPr/>
      <dgm:t>
        <a:bodyPr/>
        <a:lstStyle/>
        <a:p>
          <a:endParaRPr lang="en-US"/>
        </a:p>
      </dgm:t>
    </dgm:pt>
    <dgm:pt modelId="{26D46560-6B73-4413-8C6A-869CA06F1F99}">
      <dgm:prSet phldrT="[Text]" custT="1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Réponses</a:t>
          </a:r>
          <a:r>
            <a: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plus </a:t>
          </a:r>
          <a:r>
            <a:rPr lang="en-US" sz="2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variées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Font typeface="Arial" panose="020B0604020202020204" pitchFamily="34" charset="0"/>
            <a:buChar char="•"/>
          </a:pPr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S’adapte à des questions ouvertes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US" sz="2400" dirty="0" err="1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Compréhension</a:t>
          </a:r>
          <a:r>
            <a: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du </a:t>
          </a:r>
          <a:r>
            <a:rPr lang="en-US" sz="2400" dirty="0" err="1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langage</a:t>
          </a:r>
          <a:r>
            <a: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naturel</a:t>
          </a:r>
          <a:endParaRPr lang="en-US" sz="2400" dirty="0">
            <a:solidFill>
              <a:schemeClr val="tx1"/>
            </a:solidFill>
          </a:endParaRPr>
        </a:p>
      </dgm:t>
    </dgm:pt>
    <dgm:pt modelId="{C6476B7C-6788-48F6-A9DA-7802D683671C}" type="parTrans" cxnId="{45D9E57A-A4A1-43B6-869C-2DC7BF6A2CF2}">
      <dgm:prSet/>
      <dgm:spPr/>
      <dgm:t>
        <a:bodyPr/>
        <a:lstStyle/>
        <a:p>
          <a:endParaRPr lang="en-US"/>
        </a:p>
      </dgm:t>
    </dgm:pt>
    <dgm:pt modelId="{3AC6FA5F-B404-49D8-8A67-66C461B3D5F3}" type="sibTrans" cxnId="{45D9E57A-A4A1-43B6-869C-2DC7BF6A2CF2}">
      <dgm:prSet/>
      <dgm:spPr/>
      <dgm:t>
        <a:bodyPr/>
        <a:lstStyle/>
        <a:p>
          <a:endParaRPr lang="en-US"/>
        </a:p>
      </dgm:t>
    </dgm:pt>
    <dgm:pt modelId="{AD02D5F1-07AD-4AC9-B657-744B041474B1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dirty="0">
            <a:solidFill>
              <a:schemeClr val="tx1"/>
            </a:solidFill>
          </a:endParaRPr>
        </a:p>
      </dgm:t>
    </dgm:pt>
    <dgm:pt modelId="{C4610F36-44FB-4343-B9E1-D3A577FB2745}" type="parTrans" cxnId="{853AF94E-3FB8-417A-BCC4-A41755C205BF}">
      <dgm:prSet/>
      <dgm:spPr/>
      <dgm:t>
        <a:bodyPr/>
        <a:lstStyle/>
        <a:p>
          <a:endParaRPr lang="en-US"/>
        </a:p>
      </dgm:t>
    </dgm:pt>
    <dgm:pt modelId="{3442A1BA-603F-43BD-A240-756597B83D18}" type="sibTrans" cxnId="{853AF94E-3FB8-417A-BCC4-A41755C205BF}">
      <dgm:prSet/>
      <dgm:spPr/>
      <dgm:t>
        <a:bodyPr/>
        <a:lstStyle/>
        <a:p>
          <a:endParaRPr lang="en-US"/>
        </a:p>
      </dgm:t>
    </dgm:pt>
    <dgm:pt modelId="{309722CF-2BD2-4EB8-9B77-6548255B2123}">
      <dgm:prSet phldrT="[Text]" custT="1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ChatGPT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 Bard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IBM Watson Assistant</a:t>
          </a:r>
          <a:endParaRPr lang="en-US" sz="2400" dirty="0">
            <a:solidFill>
              <a:schemeClr val="tx1"/>
            </a:solidFill>
          </a:endParaRPr>
        </a:p>
      </dgm:t>
    </dgm:pt>
    <dgm:pt modelId="{776CD0B5-C691-4C48-B47A-1F3F171062B4}" type="parTrans" cxnId="{619F28E8-13B2-43AC-9C97-8D2EC4F98E1B}">
      <dgm:prSet/>
      <dgm:spPr/>
      <dgm:t>
        <a:bodyPr/>
        <a:lstStyle/>
        <a:p>
          <a:endParaRPr lang="en-US"/>
        </a:p>
      </dgm:t>
    </dgm:pt>
    <dgm:pt modelId="{92E18DC0-E492-4C14-8F85-EBB20751B275}" type="sibTrans" cxnId="{619F28E8-13B2-43AC-9C97-8D2EC4F98E1B}">
      <dgm:prSet/>
      <dgm:spPr/>
      <dgm:t>
        <a:bodyPr/>
        <a:lstStyle/>
        <a:p>
          <a:endParaRPr lang="en-US"/>
        </a:p>
      </dgm:t>
    </dgm:pt>
    <dgm:pt modelId="{895E636E-8B16-40DD-A6C4-8CEC7736A52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dirty="0">
            <a:solidFill>
              <a:schemeClr val="tx1"/>
            </a:solidFill>
          </a:endParaRPr>
        </a:p>
      </dgm:t>
    </dgm:pt>
    <dgm:pt modelId="{9E8E5E96-A8C4-4E69-8529-205960036FA9}" type="parTrans" cxnId="{F137AB82-26A0-4081-8117-925B92221CBE}">
      <dgm:prSet/>
      <dgm:spPr/>
      <dgm:t>
        <a:bodyPr/>
        <a:lstStyle/>
        <a:p>
          <a:endParaRPr lang="en-US"/>
        </a:p>
      </dgm:t>
    </dgm:pt>
    <dgm:pt modelId="{D97C9008-95B3-4385-8016-8F94914853B6}" type="sibTrans" cxnId="{F137AB82-26A0-4081-8117-925B92221CBE}">
      <dgm:prSet/>
      <dgm:spPr/>
      <dgm:t>
        <a:bodyPr/>
        <a:lstStyle/>
        <a:p>
          <a:endParaRPr lang="en-US"/>
        </a:p>
      </dgm:t>
    </dgm:pt>
    <dgm:pt modelId="{04AAEA1F-0162-4351-B188-9368AF910F65}" type="pres">
      <dgm:prSet presAssocID="{CAB24E82-3068-409E-B4BE-7C62D71FE692}" presName="rootnode" presStyleCnt="0">
        <dgm:presLayoutVars>
          <dgm:chMax/>
          <dgm:chPref/>
          <dgm:dir/>
          <dgm:animLvl val="lvl"/>
        </dgm:presLayoutVars>
      </dgm:prSet>
      <dgm:spPr/>
    </dgm:pt>
    <dgm:pt modelId="{24EAE6E3-8128-427A-8414-763243EBB21E}" type="pres">
      <dgm:prSet presAssocID="{C1CED425-21FA-44BD-8EF9-1D7A772019A6}" presName="composite" presStyleCnt="0"/>
      <dgm:spPr/>
    </dgm:pt>
    <dgm:pt modelId="{CAFE555D-5BD6-48E6-B570-C1070EB013EA}" type="pres">
      <dgm:prSet presAssocID="{C1CED425-21FA-44BD-8EF9-1D7A772019A6}" presName="bentUpArrow1" presStyleLbl="alignImgPlace1" presStyleIdx="0" presStyleCnt="2" custLinFactNeighborX="-64783" custLinFactNeighborY="310"/>
      <dgm:spPr/>
    </dgm:pt>
    <dgm:pt modelId="{66C81B2A-DFB5-4D94-B36A-990501801830}" type="pres">
      <dgm:prSet presAssocID="{C1CED425-21FA-44BD-8EF9-1D7A772019A6}" presName="ParentText" presStyleLbl="node1" presStyleIdx="0" presStyleCnt="3" custScaleX="191503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511C60F5-6D5B-4BE0-8FF9-6A465EC7B86E}" type="pres">
      <dgm:prSet presAssocID="{C1CED425-21FA-44BD-8EF9-1D7A772019A6}" presName="ChildText" presStyleLbl="revTx" presStyleIdx="0" presStyleCnt="3" custScaleX="135351" custLinFactNeighborX="43904" custLinFactNeighborY="2559">
        <dgm:presLayoutVars>
          <dgm:chMax val="0"/>
          <dgm:chPref val="0"/>
          <dgm:bulletEnabled val="1"/>
        </dgm:presLayoutVars>
      </dgm:prSet>
      <dgm:spPr/>
    </dgm:pt>
    <dgm:pt modelId="{EEC7805A-EC72-4352-99A9-E1D93A1A8DCF}" type="pres">
      <dgm:prSet presAssocID="{18EAAD58-2797-49BE-810E-2F142C364469}" presName="sibTrans" presStyleCnt="0"/>
      <dgm:spPr/>
    </dgm:pt>
    <dgm:pt modelId="{9C065C82-22FC-4C3D-AB11-51A370F77756}" type="pres">
      <dgm:prSet presAssocID="{26D46560-6B73-4413-8C6A-869CA06F1F99}" presName="composite" presStyleCnt="0"/>
      <dgm:spPr/>
    </dgm:pt>
    <dgm:pt modelId="{27139FFD-5D95-4D6E-9059-BE0E9D43BD57}" type="pres">
      <dgm:prSet presAssocID="{26D46560-6B73-4413-8C6A-869CA06F1F99}" presName="bentUpArrow1" presStyleLbl="alignImgPlace1" presStyleIdx="1" presStyleCnt="2" custLinFactNeighborX="-64783" custLinFactNeighborY="310"/>
      <dgm:spPr/>
    </dgm:pt>
    <dgm:pt modelId="{F073E899-385E-482A-BB51-381BBA160B92}" type="pres">
      <dgm:prSet presAssocID="{26D46560-6B73-4413-8C6A-869CA06F1F99}" presName="ParentText" presStyleLbl="node1" presStyleIdx="1" presStyleCnt="3" custScaleX="191503" custLinFactNeighborX="-27413" custLinFactNeighborY="-1882">
        <dgm:presLayoutVars>
          <dgm:chMax val="1"/>
          <dgm:chPref val="1"/>
          <dgm:bulletEnabled val="1"/>
        </dgm:presLayoutVars>
      </dgm:prSet>
      <dgm:spPr/>
    </dgm:pt>
    <dgm:pt modelId="{E4D11DDE-A5C4-4D54-9B44-06201C7EFD27}" type="pres">
      <dgm:prSet presAssocID="{26D46560-6B73-4413-8C6A-869CA06F1F99}" presName="ChildText" presStyleLbl="revTx" presStyleIdx="1" presStyleCnt="3" custScaleX="145289" custLinFactNeighborX="57497" custLinFactNeighborY="2240">
        <dgm:presLayoutVars>
          <dgm:chMax val="0"/>
          <dgm:chPref val="0"/>
          <dgm:bulletEnabled val="1"/>
        </dgm:presLayoutVars>
      </dgm:prSet>
      <dgm:spPr/>
    </dgm:pt>
    <dgm:pt modelId="{431F619D-C1D0-440C-B77E-0B39CF5715B2}" type="pres">
      <dgm:prSet presAssocID="{3AC6FA5F-B404-49D8-8A67-66C461B3D5F3}" presName="sibTrans" presStyleCnt="0"/>
      <dgm:spPr/>
    </dgm:pt>
    <dgm:pt modelId="{46D109B6-A7E7-4F4C-B120-EA1654BF7777}" type="pres">
      <dgm:prSet presAssocID="{309722CF-2BD2-4EB8-9B77-6548255B2123}" presName="composite" presStyleCnt="0"/>
      <dgm:spPr/>
    </dgm:pt>
    <dgm:pt modelId="{AC8C08C1-EBA4-4AC8-9A87-F347C7F3390B}" type="pres">
      <dgm:prSet presAssocID="{309722CF-2BD2-4EB8-9B77-6548255B2123}" presName="ParentText" presStyleLbl="node1" presStyleIdx="2" presStyleCnt="3" custScaleX="191503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26091BD3-68CF-4D21-97F8-055086AD8D51}" type="pres">
      <dgm:prSet presAssocID="{309722CF-2BD2-4EB8-9B77-6548255B2123}" presName="FinalChildText" presStyleLbl="revTx" presStyleIdx="2" presStyleCnt="3" custScaleX="108639" custLinFactNeighborX="34187" custLinFactNeighborY="-1046">
        <dgm:presLayoutVars>
          <dgm:chMax val="0"/>
          <dgm:chPref val="0"/>
          <dgm:bulletEnabled val="1"/>
        </dgm:presLayoutVars>
      </dgm:prSet>
      <dgm:spPr/>
    </dgm:pt>
  </dgm:ptLst>
  <dgm:cxnLst>
    <dgm:cxn modelId="{91DC1343-7C3B-4D2B-8394-E5C1B929E796}" type="presOf" srcId="{C1CED425-21FA-44BD-8EF9-1D7A772019A6}" destId="{66C81B2A-DFB5-4D94-B36A-990501801830}" srcOrd="0" destOrd="0" presId="urn:microsoft.com/office/officeart/2005/8/layout/StepDownProcess"/>
    <dgm:cxn modelId="{7A95A14E-620F-409A-9BEB-5836DE0DDCD7}" type="presOf" srcId="{CAB24E82-3068-409E-B4BE-7C62D71FE692}" destId="{04AAEA1F-0162-4351-B188-9368AF910F65}" srcOrd="0" destOrd="0" presId="urn:microsoft.com/office/officeart/2005/8/layout/StepDownProcess"/>
    <dgm:cxn modelId="{853AF94E-3FB8-417A-BCC4-A41755C205BF}" srcId="{26D46560-6B73-4413-8C6A-869CA06F1F99}" destId="{AD02D5F1-07AD-4AC9-B657-744B041474B1}" srcOrd="0" destOrd="0" parTransId="{C4610F36-44FB-4343-B9E1-D3A577FB2745}" sibTransId="{3442A1BA-603F-43BD-A240-756597B83D18}"/>
    <dgm:cxn modelId="{FF85516F-69CB-4DAA-9A17-C5F60D1F8293}" srcId="{CAB24E82-3068-409E-B4BE-7C62D71FE692}" destId="{C1CED425-21FA-44BD-8EF9-1D7A772019A6}" srcOrd="0" destOrd="0" parTransId="{9F3A0289-AC10-4157-BD26-9B896381E92B}" sibTransId="{18EAAD58-2797-49BE-810E-2F142C364469}"/>
    <dgm:cxn modelId="{45D9E57A-A4A1-43B6-869C-2DC7BF6A2CF2}" srcId="{CAB24E82-3068-409E-B4BE-7C62D71FE692}" destId="{26D46560-6B73-4413-8C6A-869CA06F1F99}" srcOrd="1" destOrd="0" parTransId="{C6476B7C-6788-48F6-A9DA-7802D683671C}" sibTransId="{3AC6FA5F-B404-49D8-8A67-66C461B3D5F3}"/>
    <dgm:cxn modelId="{3E84F97B-62FB-4227-A0F8-E808829BE6EF}" type="presOf" srcId="{26D46560-6B73-4413-8C6A-869CA06F1F99}" destId="{F073E899-385E-482A-BB51-381BBA160B92}" srcOrd="0" destOrd="0" presId="urn:microsoft.com/office/officeart/2005/8/layout/StepDownProcess"/>
    <dgm:cxn modelId="{F137AB82-26A0-4081-8117-925B92221CBE}" srcId="{309722CF-2BD2-4EB8-9B77-6548255B2123}" destId="{895E636E-8B16-40DD-A6C4-8CEC7736A525}" srcOrd="0" destOrd="0" parTransId="{9E8E5E96-A8C4-4E69-8529-205960036FA9}" sibTransId="{D97C9008-95B3-4385-8016-8F94914853B6}"/>
    <dgm:cxn modelId="{379C1493-6BF2-4AD8-8A25-642224C2B9A9}" type="presOf" srcId="{309722CF-2BD2-4EB8-9B77-6548255B2123}" destId="{AC8C08C1-EBA4-4AC8-9A87-F347C7F3390B}" srcOrd="0" destOrd="0" presId="urn:microsoft.com/office/officeart/2005/8/layout/StepDownProcess"/>
    <dgm:cxn modelId="{9D1980D0-E0E4-4B09-B30E-D755A9097623}" type="presOf" srcId="{F79A3CA5-5209-4459-BAA7-E2C4EA7F924B}" destId="{511C60F5-6D5B-4BE0-8FF9-6A465EC7B86E}" srcOrd="0" destOrd="0" presId="urn:microsoft.com/office/officeart/2005/8/layout/StepDownProcess"/>
    <dgm:cxn modelId="{429A41DC-DE17-4970-925C-0AF906D9FBC2}" type="presOf" srcId="{AD02D5F1-07AD-4AC9-B657-744B041474B1}" destId="{E4D11DDE-A5C4-4D54-9B44-06201C7EFD27}" srcOrd="0" destOrd="0" presId="urn:microsoft.com/office/officeart/2005/8/layout/StepDownProcess"/>
    <dgm:cxn modelId="{619F28E8-13B2-43AC-9C97-8D2EC4F98E1B}" srcId="{CAB24E82-3068-409E-B4BE-7C62D71FE692}" destId="{309722CF-2BD2-4EB8-9B77-6548255B2123}" srcOrd="2" destOrd="0" parTransId="{776CD0B5-C691-4C48-B47A-1F3F171062B4}" sibTransId="{92E18DC0-E492-4C14-8F85-EBB20751B275}"/>
    <dgm:cxn modelId="{EA201DF0-1151-441B-9DA1-03F1819C58C1}" srcId="{C1CED425-21FA-44BD-8EF9-1D7A772019A6}" destId="{F79A3CA5-5209-4459-BAA7-E2C4EA7F924B}" srcOrd="0" destOrd="0" parTransId="{25128C15-1D95-4E5F-873E-D750DEF27B4E}" sibTransId="{B0B9E45E-DC3F-48B0-9774-DA6C72A99A94}"/>
    <dgm:cxn modelId="{584D52FA-8421-4385-8B1C-442F39C080B5}" type="presOf" srcId="{895E636E-8B16-40DD-A6C4-8CEC7736A525}" destId="{26091BD3-68CF-4D21-97F8-055086AD8D51}" srcOrd="0" destOrd="0" presId="urn:microsoft.com/office/officeart/2005/8/layout/StepDownProcess"/>
    <dgm:cxn modelId="{2A48AEFF-193C-4F72-942D-33FD84DA3C03}" type="presParOf" srcId="{04AAEA1F-0162-4351-B188-9368AF910F65}" destId="{24EAE6E3-8128-427A-8414-763243EBB21E}" srcOrd="0" destOrd="0" presId="urn:microsoft.com/office/officeart/2005/8/layout/StepDownProcess"/>
    <dgm:cxn modelId="{4757BF77-6568-4649-9FCB-AE0AF1E85622}" type="presParOf" srcId="{24EAE6E3-8128-427A-8414-763243EBB21E}" destId="{CAFE555D-5BD6-48E6-B570-C1070EB013EA}" srcOrd="0" destOrd="0" presId="urn:microsoft.com/office/officeart/2005/8/layout/StepDownProcess"/>
    <dgm:cxn modelId="{6B63FF35-BCE8-4F3C-8EEE-3DCDE9BC308C}" type="presParOf" srcId="{24EAE6E3-8128-427A-8414-763243EBB21E}" destId="{66C81B2A-DFB5-4D94-B36A-990501801830}" srcOrd="1" destOrd="0" presId="urn:microsoft.com/office/officeart/2005/8/layout/StepDownProcess"/>
    <dgm:cxn modelId="{18F9C1BC-8A4B-4CD4-88A4-14376B7727E4}" type="presParOf" srcId="{24EAE6E3-8128-427A-8414-763243EBB21E}" destId="{511C60F5-6D5B-4BE0-8FF9-6A465EC7B86E}" srcOrd="2" destOrd="0" presId="urn:microsoft.com/office/officeart/2005/8/layout/StepDownProcess"/>
    <dgm:cxn modelId="{FBD630AC-3F83-4211-B836-CD1940489D18}" type="presParOf" srcId="{04AAEA1F-0162-4351-B188-9368AF910F65}" destId="{EEC7805A-EC72-4352-99A9-E1D93A1A8DCF}" srcOrd="1" destOrd="0" presId="urn:microsoft.com/office/officeart/2005/8/layout/StepDownProcess"/>
    <dgm:cxn modelId="{C468D3B0-40CE-4D93-A408-C01C9AECB587}" type="presParOf" srcId="{04AAEA1F-0162-4351-B188-9368AF910F65}" destId="{9C065C82-22FC-4C3D-AB11-51A370F77756}" srcOrd="2" destOrd="0" presId="urn:microsoft.com/office/officeart/2005/8/layout/StepDownProcess"/>
    <dgm:cxn modelId="{BDD78F99-629F-423F-A2E3-3E1B79911986}" type="presParOf" srcId="{9C065C82-22FC-4C3D-AB11-51A370F77756}" destId="{27139FFD-5D95-4D6E-9059-BE0E9D43BD57}" srcOrd="0" destOrd="0" presId="urn:microsoft.com/office/officeart/2005/8/layout/StepDownProcess"/>
    <dgm:cxn modelId="{882F7900-3139-4DE6-B3F7-35DD8035F98B}" type="presParOf" srcId="{9C065C82-22FC-4C3D-AB11-51A370F77756}" destId="{F073E899-385E-482A-BB51-381BBA160B92}" srcOrd="1" destOrd="0" presId="urn:microsoft.com/office/officeart/2005/8/layout/StepDownProcess"/>
    <dgm:cxn modelId="{65F33CD1-89E6-41E3-B58C-5BE2344C6963}" type="presParOf" srcId="{9C065C82-22FC-4C3D-AB11-51A370F77756}" destId="{E4D11DDE-A5C4-4D54-9B44-06201C7EFD27}" srcOrd="2" destOrd="0" presId="urn:microsoft.com/office/officeart/2005/8/layout/StepDownProcess"/>
    <dgm:cxn modelId="{1A813353-7C07-48A3-A4CE-A0F79941AF03}" type="presParOf" srcId="{04AAEA1F-0162-4351-B188-9368AF910F65}" destId="{431F619D-C1D0-440C-B77E-0B39CF5715B2}" srcOrd="3" destOrd="0" presId="urn:microsoft.com/office/officeart/2005/8/layout/StepDownProcess"/>
    <dgm:cxn modelId="{DBE6F0F7-F02A-41D2-A40C-22689FB57282}" type="presParOf" srcId="{04AAEA1F-0162-4351-B188-9368AF910F65}" destId="{46D109B6-A7E7-4F4C-B120-EA1654BF7777}" srcOrd="4" destOrd="0" presId="urn:microsoft.com/office/officeart/2005/8/layout/StepDownProcess"/>
    <dgm:cxn modelId="{1291B554-9653-4B79-848B-2FC64A2436E5}" type="presParOf" srcId="{46D109B6-A7E7-4F4C-B120-EA1654BF7777}" destId="{AC8C08C1-EBA4-4AC8-9A87-F347C7F3390B}" srcOrd="0" destOrd="0" presId="urn:microsoft.com/office/officeart/2005/8/layout/StepDownProcess"/>
    <dgm:cxn modelId="{F31D2264-F9E7-44CD-B474-A38D05AEF401}" type="presParOf" srcId="{46D109B6-A7E7-4F4C-B120-EA1654BF7777}" destId="{26091BD3-68CF-4D21-97F8-055086AD8D5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B24E82-3068-409E-B4BE-7C62D71FE69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ED425-21FA-44BD-8EF9-1D7A772019A6}">
      <dgm:prSet phldrT="[Text]" custT="1"/>
      <dgm:spPr>
        <a:solidFill>
          <a:srgbClr val="00B050"/>
        </a:solidFill>
      </dgm:spPr>
      <dgm:t>
        <a:bodyPr/>
        <a:lstStyle/>
        <a:p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 les règles fixes et l’intelligence artificielle pour offrir plus de souplesse et de précision.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3A0289-AC10-4157-BD26-9B896381E92B}" type="parTrans" cxnId="{FF85516F-69CB-4DAA-9A17-C5F60D1F8293}">
      <dgm:prSet/>
      <dgm:spPr/>
      <dgm:t>
        <a:bodyPr/>
        <a:lstStyle/>
        <a:p>
          <a:endParaRPr lang="en-US"/>
        </a:p>
      </dgm:t>
    </dgm:pt>
    <dgm:pt modelId="{18EAAD58-2797-49BE-810E-2F142C364469}" type="sibTrans" cxnId="{FF85516F-69CB-4DAA-9A17-C5F60D1F8293}">
      <dgm:prSet/>
      <dgm:spPr/>
      <dgm:t>
        <a:bodyPr/>
        <a:lstStyle/>
        <a:p>
          <a:endParaRPr lang="en-US"/>
        </a:p>
      </dgm:t>
    </dgm:pt>
    <dgm:pt modelId="{F79A3CA5-5209-4459-BAA7-E2C4EA7F924B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128C15-1D95-4E5F-873E-D750DEF27B4E}" type="parTrans" cxnId="{EA201DF0-1151-441B-9DA1-03F1819C58C1}">
      <dgm:prSet/>
      <dgm:spPr/>
      <dgm:t>
        <a:bodyPr/>
        <a:lstStyle/>
        <a:p>
          <a:endParaRPr lang="en-US"/>
        </a:p>
      </dgm:t>
    </dgm:pt>
    <dgm:pt modelId="{B0B9E45E-DC3F-48B0-9774-DA6C72A99A94}" type="sibTrans" cxnId="{EA201DF0-1151-441B-9DA1-03F1819C58C1}">
      <dgm:prSet/>
      <dgm:spPr/>
      <dgm:t>
        <a:bodyPr/>
        <a:lstStyle/>
        <a:p>
          <a:endParaRPr lang="en-US"/>
        </a:p>
      </dgm:t>
    </dgm:pt>
    <dgm:pt modelId="{26D46560-6B73-4413-8C6A-869CA06F1F99}">
      <dgm:prSet phldrT="[Text]" custT="1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Équilibre entre contrôle et intelligence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Plus performant dans des contextes complexes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476B7C-6788-48F6-A9DA-7802D683671C}" type="parTrans" cxnId="{45D9E57A-A4A1-43B6-869C-2DC7BF6A2CF2}">
      <dgm:prSet/>
      <dgm:spPr/>
      <dgm:t>
        <a:bodyPr/>
        <a:lstStyle/>
        <a:p>
          <a:endParaRPr lang="en-US"/>
        </a:p>
      </dgm:t>
    </dgm:pt>
    <dgm:pt modelId="{3AC6FA5F-B404-49D8-8A67-66C461B3D5F3}" type="sibTrans" cxnId="{45D9E57A-A4A1-43B6-869C-2DC7BF6A2CF2}">
      <dgm:prSet/>
      <dgm:spPr/>
      <dgm:t>
        <a:bodyPr/>
        <a:lstStyle/>
        <a:p>
          <a:endParaRPr lang="en-US"/>
        </a:p>
      </dgm:t>
    </dgm:pt>
    <dgm:pt modelId="{AD02D5F1-07AD-4AC9-B657-744B041474B1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dirty="0">
            <a:solidFill>
              <a:schemeClr val="tx1"/>
            </a:solidFill>
          </a:endParaRPr>
        </a:p>
      </dgm:t>
    </dgm:pt>
    <dgm:pt modelId="{C4610F36-44FB-4343-B9E1-D3A577FB2745}" type="parTrans" cxnId="{853AF94E-3FB8-417A-BCC4-A41755C205BF}">
      <dgm:prSet/>
      <dgm:spPr/>
      <dgm:t>
        <a:bodyPr/>
        <a:lstStyle/>
        <a:p>
          <a:endParaRPr lang="en-US"/>
        </a:p>
      </dgm:t>
    </dgm:pt>
    <dgm:pt modelId="{3442A1BA-603F-43BD-A240-756597B83D18}" type="sibTrans" cxnId="{853AF94E-3FB8-417A-BCC4-A41755C205BF}">
      <dgm:prSet/>
      <dgm:spPr/>
      <dgm:t>
        <a:bodyPr/>
        <a:lstStyle/>
        <a:p>
          <a:endParaRPr lang="en-US"/>
        </a:p>
      </dgm:t>
    </dgm:pt>
    <dgm:pt modelId="{309722CF-2BD2-4EB8-9B77-6548255B2123}">
      <dgm:prSet phldrT="[Text]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fr-FR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Chatbot</a:t>
          </a:r>
          <a:r>
            <a: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bancaire intelligent : 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BNP Paribas 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Société Générale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6CD0B5-C691-4C48-B47A-1F3F171062B4}" type="parTrans" cxnId="{619F28E8-13B2-43AC-9C97-8D2EC4F98E1B}">
      <dgm:prSet/>
      <dgm:spPr/>
      <dgm:t>
        <a:bodyPr/>
        <a:lstStyle/>
        <a:p>
          <a:endParaRPr lang="en-US"/>
        </a:p>
      </dgm:t>
    </dgm:pt>
    <dgm:pt modelId="{92E18DC0-E492-4C14-8F85-EBB20751B275}" type="sibTrans" cxnId="{619F28E8-13B2-43AC-9C97-8D2EC4F98E1B}">
      <dgm:prSet/>
      <dgm:spPr/>
      <dgm:t>
        <a:bodyPr/>
        <a:lstStyle/>
        <a:p>
          <a:endParaRPr lang="en-US"/>
        </a:p>
      </dgm:t>
    </dgm:pt>
    <dgm:pt modelId="{895E636E-8B16-40DD-A6C4-8CEC7736A52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dirty="0">
            <a:solidFill>
              <a:schemeClr val="tx1"/>
            </a:solidFill>
          </a:endParaRPr>
        </a:p>
      </dgm:t>
    </dgm:pt>
    <dgm:pt modelId="{9E8E5E96-A8C4-4E69-8529-205960036FA9}" type="parTrans" cxnId="{F137AB82-26A0-4081-8117-925B92221CBE}">
      <dgm:prSet/>
      <dgm:spPr/>
      <dgm:t>
        <a:bodyPr/>
        <a:lstStyle/>
        <a:p>
          <a:endParaRPr lang="en-US"/>
        </a:p>
      </dgm:t>
    </dgm:pt>
    <dgm:pt modelId="{D97C9008-95B3-4385-8016-8F94914853B6}" type="sibTrans" cxnId="{F137AB82-26A0-4081-8117-925B92221CBE}">
      <dgm:prSet/>
      <dgm:spPr/>
      <dgm:t>
        <a:bodyPr/>
        <a:lstStyle/>
        <a:p>
          <a:endParaRPr lang="en-US"/>
        </a:p>
      </dgm:t>
    </dgm:pt>
    <dgm:pt modelId="{04AAEA1F-0162-4351-B188-9368AF910F65}" type="pres">
      <dgm:prSet presAssocID="{CAB24E82-3068-409E-B4BE-7C62D71FE692}" presName="rootnode" presStyleCnt="0">
        <dgm:presLayoutVars>
          <dgm:chMax/>
          <dgm:chPref/>
          <dgm:dir/>
          <dgm:animLvl val="lvl"/>
        </dgm:presLayoutVars>
      </dgm:prSet>
      <dgm:spPr/>
    </dgm:pt>
    <dgm:pt modelId="{24EAE6E3-8128-427A-8414-763243EBB21E}" type="pres">
      <dgm:prSet presAssocID="{C1CED425-21FA-44BD-8EF9-1D7A772019A6}" presName="composite" presStyleCnt="0"/>
      <dgm:spPr/>
    </dgm:pt>
    <dgm:pt modelId="{CAFE555D-5BD6-48E6-B570-C1070EB013EA}" type="pres">
      <dgm:prSet presAssocID="{C1CED425-21FA-44BD-8EF9-1D7A772019A6}" presName="bentUpArrow1" presStyleLbl="alignImgPlace1" presStyleIdx="0" presStyleCnt="2" custLinFactNeighborX="-56418" custLinFactNeighborY="310"/>
      <dgm:spPr/>
    </dgm:pt>
    <dgm:pt modelId="{66C81B2A-DFB5-4D94-B36A-990501801830}" type="pres">
      <dgm:prSet presAssocID="{C1CED425-21FA-44BD-8EF9-1D7A772019A6}" presName="ParentText" presStyleLbl="node1" presStyleIdx="0" presStyleCnt="3" custScaleX="166951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511C60F5-6D5B-4BE0-8FF9-6A465EC7B86E}" type="pres">
      <dgm:prSet presAssocID="{C1CED425-21FA-44BD-8EF9-1D7A772019A6}" presName="ChildText" presStyleLbl="revTx" presStyleIdx="0" presStyleCnt="3" custScaleX="135351" custLinFactNeighborX="32792" custLinFactNeighborY="2559">
        <dgm:presLayoutVars>
          <dgm:chMax val="0"/>
          <dgm:chPref val="0"/>
          <dgm:bulletEnabled val="1"/>
        </dgm:presLayoutVars>
      </dgm:prSet>
      <dgm:spPr/>
    </dgm:pt>
    <dgm:pt modelId="{EEC7805A-EC72-4352-99A9-E1D93A1A8DCF}" type="pres">
      <dgm:prSet presAssocID="{18EAAD58-2797-49BE-810E-2F142C364469}" presName="sibTrans" presStyleCnt="0"/>
      <dgm:spPr/>
    </dgm:pt>
    <dgm:pt modelId="{9C065C82-22FC-4C3D-AB11-51A370F77756}" type="pres">
      <dgm:prSet presAssocID="{26D46560-6B73-4413-8C6A-869CA06F1F99}" presName="composite" presStyleCnt="0"/>
      <dgm:spPr/>
    </dgm:pt>
    <dgm:pt modelId="{27139FFD-5D95-4D6E-9059-BE0E9D43BD57}" type="pres">
      <dgm:prSet presAssocID="{26D46560-6B73-4413-8C6A-869CA06F1F99}" presName="bentUpArrow1" presStyleLbl="alignImgPlace1" presStyleIdx="1" presStyleCnt="2" custLinFactNeighborX="-56418" custLinFactNeighborY="310"/>
      <dgm:spPr/>
    </dgm:pt>
    <dgm:pt modelId="{F073E899-385E-482A-BB51-381BBA160B92}" type="pres">
      <dgm:prSet presAssocID="{26D46560-6B73-4413-8C6A-869CA06F1F99}" presName="ParentText" presStyleLbl="node1" presStyleIdx="1" presStyleCnt="3" custScaleX="166951" custLinFactNeighborX="-27413" custLinFactNeighborY="-1882">
        <dgm:presLayoutVars>
          <dgm:chMax val="1"/>
          <dgm:chPref val="1"/>
          <dgm:bulletEnabled val="1"/>
        </dgm:presLayoutVars>
      </dgm:prSet>
      <dgm:spPr/>
    </dgm:pt>
    <dgm:pt modelId="{E4D11DDE-A5C4-4D54-9B44-06201C7EFD27}" type="pres">
      <dgm:prSet presAssocID="{26D46560-6B73-4413-8C6A-869CA06F1F99}" presName="ChildText" presStyleLbl="revTx" presStyleIdx="1" presStyleCnt="3" custScaleX="145289" custLinFactNeighborX="46385" custLinFactNeighborY="2240">
        <dgm:presLayoutVars>
          <dgm:chMax val="0"/>
          <dgm:chPref val="0"/>
          <dgm:bulletEnabled val="1"/>
        </dgm:presLayoutVars>
      </dgm:prSet>
      <dgm:spPr/>
    </dgm:pt>
    <dgm:pt modelId="{431F619D-C1D0-440C-B77E-0B39CF5715B2}" type="pres">
      <dgm:prSet presAssocID="{3AC6FA5F-B404-49D8-8A67-66C461B3D5F3}" presName="sibTrans" presStyleCnt="0"/>
      <dgm:spPr/>
    </dgm:pt>
    <dgm:pt modelId="{46D109B6-A7E7-4F4C-B120-EA1654BF7777}" type="pres">
      <dgm:prSet presAssocID="{309722CF-2BD2-4EB8-9B77-6548255B2123}" presName="composite" presStyleCnt="0"/>
      <dgm:spPr/>
    </dgm:pt>
    <dgm:pt modelId="{AC8C08C1-EBA4-4AC8-9A87-F347C7F3390B}" type="pres">
      <dgm:prSet presAssocID="{309722CF-2BD2-4EB8-9B77-6548255B2123}" presName="ParentText" presStyleLbl="node1" presStyleIdx="2" presStyleCnt="3" custScaleX="166951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26091BD3-68CF-4D21-97F8-055086AD8D51}" type="pres">
      <dgm:prSet presAssocID="{309722CF-2BD2-4EB8-9B77-6548255B2123}" presName="FinalChildText" presStyleLbl="revTx" presStyleIdx="2" presStyleCnt="3" custScaleX="108639" custLinFactNeighborX="23075" custLinFactNeighborY="-1046">
        <dgm:presLayoutVars>
          <dgm:chMax val="0"/>
          <dgm:chPref val="0"/>
          <dgm:bulletEnabled val="1"/>
        </dgm:presLayoutVars>
      </dgm:prSet>
      <dgm:spPr/>
    </dgm:pt>
  </dgm:ptLst>
  <dgm:cxnLst>
    <dgm:cxn modelId="{91DC1343-7C3B-4D2B-8394-E5C1B929E796}" type="presOf" srcId="{C1CED425-21FA-44BD-8EF9-1D7A772019A6}" destId="{66C81B2A-DFB5-4D94-B36A-990501801830}" srcOrd="0" destOrd="0" presId="urn:microsoft.com/office/officeart/2005/8/layout/StepDownProcess"/>
    <dgm:cxn modelId="{7A95A14E-620F-409A-9BEB-5836DE0DDCD7}" type="presOf" srcId="{CAB24E82-3068-409E-B4BE-7C62D71FE692}" destId="{04AAEA1F-0162-4351-B188-9368AF910F65}" srcOrd="0" destOrd="0" presId="urn:microsoft.com/office/officeart/2005/8/layout/StepDownProcess"/>
    <dgm:cxn modelId="{853AF94E-3FB8-417A-BCC4-A41755C205BF}" srcId="{26D46560-6B73-4413-8C6A-869CA06F1F99}" destId="{AD02D5F1-07AD-4AC9-B657-744B041474B1}" srcOrd="0" destOrd="0" parTransId="{C4610F36-44FB-4343-B9E1-D3A577FB2745}" sibTransId="{3442A1BA-603F-43BD-A240-756597B83D18}"/>
    <dgm:cxn modelId="{FF85516F-69CB-4DAA-9A17-C5F60D1F8293}" srcId="{CAB24E82-3068-409E-B4BE-7C62D71FE692}" destId="{C1CED425-21FA-44BD-8EF9-1D7A772019A6}" srcOrd="0" destOrd="0" parTransId="{9F3A0289-AC10-4157-BD26-9B896381E92B}" sibTransId="{18EAAD58-2797-49BE-810E-2F142C364469}"/>
    <dgm:cxn modelId="{45D9E57A-A4A1-43B6-869C-2DC7BF6A2CF2}" srcId="{CAB24E82-3068-409E-B4BE-7C62D71FE692}" destId="{26D46560-6B73-4413-8C6A-869CA06F1F99}" srcOrd="1" destOrd="0" parTransId="{C6476B7C-6788-48F6-A9DA-7802D683671C}" sibTransId="{3AC6FA5F-B404-49D8-8A67-66C461B3D5F3}"/>
    <dgm:cxn modelId="{3E84F97B-62FB-4227-A0F8-E808829BE6EF}" type="presOf" srcId="{26D46560-6B73-4413-8C6A-869CA06F1F99}" destId="{F073E899-385E-482A-BB51-381BBA160B92}" srcOrd="0" destOrd="0" presId="urn:microsoft.com/office/officeart/2005/8/layout/StepDownProcess"/>
    <dgm:cxn modelId="{F137AB82-26A0-4081-8117-925B92221CBE}" srcId="{309722CF-2BD2-4EB8-9B77-6548255B2123}" destId="{895E636E-8B16-40DD-A6C4-8CEC7736A525}" srcOrd="0" destOrd="0" parTransId="{9E8E5E96-A8C4-4E69-8529-205960036FA9}" sibTransId="{D97C9008-95B3-4385-8016-8F94914853B6}"/>
    <dgm:cxn modelId="{379C1493-6BF2-4AD8-8A25-642224C2B9A9}" type="presOf" srcId="{309722CF-2BD2-4EB8-9B77-6548255B2123}" destId="{AC8C08C1-EBA4-4AC8-9A87-F347C7F3390B}" srcOrd="0" destOrd="0" presId="urn:microsoft.com/office/officeart/2005/8/layout/StepDownProcess"/>
    <dgm:cxn modelId="{9D1980D0-E0E4-4B09-B30E-D755A9097623}" type="presOf" srcId="{F79A3CA5-5209-4459-BAA7-E2C4EA7F924B}" destId="{511C60F5-6D5B-4BE0-8FF9-6A465EC7B86E}" srcOrd="0" destOrd="0" presId="urn:microsoft.com/office/officeart/2005/8/layout/StepDownProcess"/>
    <dgm:cxn modelId="{429A41DC-DE17-4970-925C-0AF906D9FBC2}" type="presOf" srcId="{AD02D5F1-07AD-4AC9-B657-744B041474B1}" destId="{E4D11DDE-A5C4-4D54-9B44-06201C7EFD27}" srcOrd="0" destOrd="0" presId="urn:microsoft.com/office/officeart/2005/8/layout/StepDownProcess"/>
    <dgm:cxn modelId="{619F28E8-13B2-43AC-9C97-8D2EC4F98E1B}" srcId="{CAB24E82-3068-409E-B4BE-7C62D71FE692}" destId="{309722CF-2BD2-4EB8-9B77-6548255B2123}" srcOrd="2" destOrd="0" parTransId="{776CD0B5-C691-4C48-B47A-1F3F171062B4}" sibTransId="{92E18DC0-E492-4C14-8F85-EBB20751B275}"/>
    <dgm:cxn modelId="{EA201DF0-1151-441B-9DA1-03F1819C58C1}" srcId="{C1CED425-21FA-44BD-8EF9-1D7A772019A6}" destId="{F79A3CA5-5209-4459-BAA7-E2C4EA7F924B}" srcOrd="0" destOrd="0" parTransId="{25128C15-1D95-4E5F-873E-D750DEF27B4E}" sibTransId="{B0B9E45E-DC3F-48B0-9774-DA6C72A99A94}"/>
    <dgm:cxn modelId="{584D52FA-8421-4385-8B1C-442F39C080B5}" type="presOf" srcId="{895E636E-8B16-40DD-A6C4-8CEC7736A525}" destId="{26091BD3-68CF-4D21-97F8-055086AD8D51}" srcOrd="0" destOrd="0" presId="urn:microsoft.com/office/officeart/2005/8/layout/StepDownProcess"/>
    <dgm:cxn modelId="{2A48AEFF-193C-4F72-942D-33FD84DA3C03}" type="presParOf" srcId="{04AAEA1F-0162-4351-B188-9368AF910F65}" destId="{24EAE6E3-8128-427A-8414-763243EBB21E}" srcOrd="0" destOrd="0" presId="urn:microsoft.com/office/officeart/2005/8/layout/StepDownProcess"/>
    <dgm:cxn modelId="{4757BF77-6568-4649-9FCB-AE0AF1E85622}" type="presParOf" srcId="{24EAE6E3-8128-427A-8414-763243EBB21E}" destId="{CAFE555D-5BD6-48E6-B570-C1070EB013EA}" srcOrd="0" destOrd="0" presId="urn:microsoft.com/office/officeart/2005/8/layout/StepDownProcess"/>
    <dgm:cxn modelId="{6B63FF35-BCE8-4F3C-8EEE-3DCDE9BC308C}" type="presParOf" srcId="{24EAE6E3-8128-427A-8414-763243EBB21E}" destId="{66C81B2A-DFB5-4D94-B36A-990501801830}" srcOrd="1" destOrd="0" presId="urn:microsoft.com/office/officeart/2005/8/layout/StepDownProcess"/>
    <dgm:cxn modelId="{18F9C1BC-8A4B-4CD4-88A4-14376B7727E4}" type="presParOf" srcId="{24EAE6E3-8128-427A-8414-763243EBB21E}" destId="{511C60F5-6D5B-4BE0-8FF9-6A465EC7B86E}" srcOrd="2" destOrd="0" presId="urn:microsoft.com/office/officeart/2005/8/layout/StepDownProcess"/>
    <dgm:cxn modelId="{FBD630AC-3F83-4211-B836-CD1940489D18}" type="presParOf" srcId="{04AAEA1F-0162-4351-B188-9368AF910F65}" destId="{EEC7805A-EC72-4352-99A9-E1D93A1A8DCF}" srcOrd="1" destOrd="0" presId="urn:microsoft.com/office/officeart/2005/8/layout/StepDownProcess"/>
    <dgm:cxn modelId="{C468D3B0-40CE-4D93-A408-C01C9AECB587}" type="presParOf" srcId="{04AAEA1F-0162-4351-B188-9368AF910F65}" destId="{9C065C82-22FC-4C3D-AB11-51A370F77756}" srcOrd="2" destOrd="0" presId="urn:microsoft.com/office/officeart/2005/8/layout/StepDownProcess"/>
    <dgm:cxn modelId="{BDD78F99-629F-423F-A2E3-3E1B79911986}" type="presParOf" srcId="{9C065C82-22FC-4C3D-AB11-51A370F77756}" destId="{27139FFD-5D95-4D6E-9059-BE0E9D43BD57}" srcOrd="0" destOrd="0" presId="urn:microsoft.com/office/officeart/2005/8/layout/StepDownProcess"/>
    <dgm:cxn modelId="{882F7900-3139-4DE6-B3F7-35DD8035F98B}" type="presParOf" srcId="{9C065C82-22FC-4C3D-AB11-51A370F77756}" destId="{F073E899-385E-482A-BB51-381BBA160B92}" srcOrd="1" destOrd="0" presId="urn:microsoft.com/office/officeart/2005/8/layout/StepDownProcess"/>
    <dgm:cxn modelId="{65F33CD1-89E6-41E3-B58C-5BE2344C6963}" type="presParOf" srcId="{9C065C82-22FC-4C3D-AB11-51A370F77756}" destId="{E4D11DDE-A5C4-4D54-9B44-06201C7EFD27}" srcOrd="2" destOrd="0" presId="urn:microsoft.com/office/officeart/2005/8/layout/StepDownProcess"/>
    <dgm:cxn modelId="{1A813353-7C07-48A3-A4CE-A0F79941AF03}" type="presParOf" srcId="{04AAEA1F-0162-4351-B188-9368AF910F65}" destId="{431F619D-C1D0-440C-B77E-0B39CF5715B2}" srcOrd="3" destOrd="0" presId="urn:microsoft.com/office/officeart/2005/8/layout/StepDownProcess"/>
    <dgm:cxn modelId="{DBE6F0F7-F02A-41D2-A40C-22689FB57282}" type="presParOf" srcId="{04AAEA1F-0162-4351-B188-9368AF910F65}" destId="{46D109B6-A7E7-4F4C-B120-EA1654BF7777}" srcOrd="4" destOrd="0" presId="urn:microsoft.com/office/officeart/2005/8/layout/StepDownProcess"/>
    <dgm:cxn modelId="{1291B554-9653-4B79-848B-2FC64A2436E5}" type="presParOf" srcId="{46D109B6-A7E7-4F4C-B120-EA1654BF7777}" destId="{AC8C08C1-EBA4-4AC8-9A87-F347C7F3390B}" srcOrd="0" destOrd="0" presId="urn:microsoft.com/office/officeart/2005/8/layout/StepDownProcess"/>
    <dgm:cxn modelId="{F31D2264-F9E7-44CD-B474-A38D05AEF401}" type="presParOf" srcId="{46D109B6-A7E7-4F4C-B120-EA1654BF7777}" destId="{26091BD3-68CF-4D21-97F8-055086AD8D5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B24E82-3068-409E-B4BE-7C62D71FE69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ED425-21FA-44BD-8EF9-1D7A772019A6}">
      <dgm:prSet phldrT="[Text]"/>
      <dgm:spPr>
        <a:solidFill>
          <a:srgbClr val="00B050"/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Permet l’interaction vocale avec l’utilisateur, souvent sur appareils mobiles ou objets connectés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3A0289-AC10-4157-BD26-9B896381E92B}" type="parTrans" cxnId="{FF85516F-69CB-4DAA-9A17-C5F60D1F8293}">
      <dgm:prSet/>
      <dgm:spPr/>
      <dgm:t>
        <a:bodyPr/>
        <a:lstStyle/>
        <a:p>
          <a:endParaRPr lang="en-US"/>
        </a:p>
      </dgm:t>
    </dgm:pt>
    <dgm:pt modelId="{18EAAD58-2797-49BE-810E-2F142C364469}" type="sibTrans" cxnId="{FF85516F-69CB-4DAA-9A17-C5F60D1F8293}">
      <dgm:prSet/>
      <dgm:spPr/>
      <dgm:t>
        <a:bodyPr/>
        <a:lstStyle/>
        <a:p>
          <a:endParaRPr lang="en-US"/>
        </a:p>
      </dgm:t>
    </dgm:pt>
    <dgm:pt modelId="{F79A3CA5-5209-4459-BAA7-E2C4EA7F924B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128C15-1D95-4E5F-873E-D750DEF27B4E}" type="parTrans" cxnId="{EA201DF0-1151-441B-9DA1-03F1819C58C1}">
      <dgm:prSet/>
      <dgm:spPr/>
      <dgm:t>
        <a:bodyPr/>
        <a:lstStyle/>
        <a:p>
          <a:endParaRPr lang="en-US"/>
        </a:p>
      </dgm:t>
    </dgm:pt>
    <dgm:pt modelId="{B0B9E45E-DC3F-48B0-9774-DA6C72A99A94}" type="sibTrans" cxnId="{EA201DF0-1151-441B-9DA1-03F1819C58C1}">
      <dgm:prSet/>
      <dgm:spPr/>
      <dgm:t>
        <a:bodyPr/>
        <a:lstStyle/>
        <a:p>
          <a:endParaRPr lang="en-US"/>
        </a:p>
      </dgm:t>
    </dgm:pt>
    <dgm:pt modelId="{26D46560-6B73-4413-8C6A-869CA06F1F99}">
      <dgm:prSet phldrT="[Text]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Accessibilité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Utilisation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mains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libres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Naturel pour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l’utilisateur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476B7C-6788-48F6-A9DA-7802D683671C}" type="parTrans" cxnId="{45D9E57A-A4A1-43B6-869C-2DC7BF6A2CF2}">
      <dgm:prSet/>
      <dgm:spPr/>
      <dgm:t>
        <a:bodyPr/>
        <a:lstStyle/>
        <a:p>
          <a:endParaRPr lang="en-US"/>
        </a:p>
      </dgm:t>
    </dgm:pt>
    <dgm:pt modelId="{3AC6FA5F-B404-49D8-8A67-66C461B3D5F3}" type="sibTrans" cxnId="{45D9E57A-A4A1-43B6-869C-2DC7BF6A2CF2}">
      <dgm:prSet/>
      <dgm:spPr/>
      <dgm:t>
        <a:bodyPr/>
        <a:lstStyle/>
        <a:p>
          <a:endParaRPr lang="en-US"/>
        </a:p>
      </dgm:t>
    </dgm:pt>
    <dgm:pt modelId="{AD02D5F1-07AD-4AC9-B657-744B041474B1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dirty="0">
            <a:solidFill>
              <a:schemeClr val="tx1"/>
            </a:solidFill>
          </a:endParaRPr>
        </a:p>
      </dgm:t>
    </dgm:pt>
    <dgm:pt modelId="{C4610F36-44FB-4343-B9E1-D3A577FB2745}" type="parTrans" cxnId="{853AF94E-3FB8-417A-BCC4-A41755C205BF}">
      <dgm:prSet/>
      <dgm:spPr/>
      <dgm:t>
        <a:bodyPr/>
        <a:lstStyle/>
        <a:p>
          <a:endParaRPr lang="en-US"/>
        </a:p>
      </dgm:t>
    </dgm:pt>
    <dgm:pt modelId="{3442A1BA-603F-43BD-A240-756597B83D18}" type="sibTrans" cxnId="{853AF94E-3FB8-417A-BCC4-A41755C205BF}">
      <dgm:prSet/>
      <dgm:spPr/>
      <dgm:t>
        <a:bodyPr/>
        <a:lstStyle/>
        <a:p>
          <a:endParaRPr lang="en-US"/>
        </a:p>
      </dgm:t>
    </dgm:pt>
    <dgm:pt modelId="{309722CF-2BD2-4EB8-9B77-6548255B2123}">
      <dgm:prSet phldrT="[Text]"/>
      <dgm:spPr>
        <a:solidFill>
          <a:srgbClr val="00B05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Siri (Apple)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Alexa (Amazon)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 Assistant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6CD0B5-C691-4C48-B47A-1F3F171062B4}" type="parTrans" cxnId="{619F28E8-13B2-43AC-9C97-8D2EC4F98E1B}">
      <dgm:prSet/>
      <dgm:spPr/>
      <dgm:t>
        <a:bodyPr/>
        <a:lstStyle/>
        <a:p>
          <a:endParaRPr lang="en-US"/>
        </a:p>
      </dgm:t>
    </dgm:pt>
    <dgm:pt modelId="{92E18DC0-E492-4C14-8F85-EBB20751B275}" type="sibTrans" cxnId="{619F28E8-13B2-43AC-9C97-8D2EC4F98E1B}">
      <dgm:prSet/>
      <dgm:spPr/>
      <dgm:t>
        <a:bodyPr/>
        <a:lstStyle/>
        <a:p>
          <a:endParaRPr lang="en-US"/>
        </a:p>
      </dgm:t>
    </dgm:pt>
    <dgm:pt modelId="{895E636E-8B16-40DD-A6C4-8CEC7736A52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dirty="0">
            <a:solidFill>
              <a:schemeClr val="tx1"/>
            </a:solidFill>
          </a:endParaRPr>
        </a:p>
      </dgm:t>
    </dgm:pt>
    <dgm:pt modelId="{9E8E5E96-A8C4-4E69-8529-205960036FA9}" type="parTrans" cxnId="{F137AB82-26A0-4081-8117-925B92221CBE}">
      <dgm:prSet/>
      <dgm:spPr/>
      <dgm:t>
        <a:bodyPr/>
        <a:lstStyle/>
        <a:p>
          <a:endParaRPr lang="en-US"/>
        </a:p>
      </dgm:t>
    </dgm:pt>
    <dgm:pt modelId="{D97C9008-95B3-4385-8016-8F94914853B6}" type="sibTrans" cxnId="{F137AB82-26A0-4081-8117-925B92221CBE}">
      <dgm:prSet/>
      <dgm:spPr/>
      <dgm:t>
        <a:bodyPr/>
        <a:lstStyle/>
        <a:p>
          <a:endParaRPr lang="en-US"/>
        </a:p>
      </dgm:t>
    </dgm:pt>
    <dgm:pt modelId="{04AAEA1F-0162-4351-B188-9368AF910F65}" type="pres">
      <dgm:prSet presAssocID="{CAB24E82-3068-409E-B4BE-7C62D71FE692}" presName="rootnode" presStyleCnt="0">
        <dgm:presLayoutVars>
          <dgm:chMax/>
          <dgm:chPref/>
          <dgm:dir/>
          <dgm:animLvl val="lvl"/>
        </dgm:presLayoutVars>
      </dgm:prSet>
      <dgm:spPr/>
    </dgm:pt>
    <dgm:pt modelId="{24EAE6E3-8128-427A-8414-763243EBB21E}" type="pres">
      <dgm:prSet presAssocID="{C1CED425-21FA-44BD-8EF9-1D7A772019A6}" presName="composite" presStyleCnt="0"/>
      <dgm:spPr/>
    </dgm:pt>
    <dgm:pt modelId="{CAFE555D-5BD6-48E6-B570-C1070EB013EA}" type="pres">
      <dgm:prSet presAssocID="{C1CED425-21FA-44BD-8EF9-1D7A772019A6}" presName="bentUpArrow1" presStyleLbl="alignImgPlace1" presStyleIdx="0" presStyleCnt="2" custLinFactNeighborX="-56418" custLinFactNeighborY="310"/>
      <dgm:spPr/>
    </dgm:pt>
    <dgm:pt modelId="{66C81B2A-DFB5-4D94-B36A-990501801830}" type="pres">
      <dgm:prSet presAssocID="{C1CED425-21FA-44BD-8EF9-1D7A772019A6}" presName="ParentText" presStyleLbl="node1" presStyleIdx="0" presStyleCnt="3" custScaleX="166951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511C60F5-6D5B-4BE0-8FF9-6A465EC7B86E}" type="pres">
      <dgm:prSet presAssocID="{C1CED425-21FA-44BD-8EF9-1D7A772019A6}" presName="ChildText" presStyleLbl="revTx" presStyleIdx="0" presStyleCnt="3" custScaleX="135351" custLinFactNeighborX="32792" custLinFactNeighborY="2559">
        <dgm:presLayoutVars>
          <dgm:chMax val="0"/>
          <dgm:chPref val="0"/>
          <dgm:bulletEnabled val="1"/>
        </dgm:presLayoutVars>
      </dgm:prSet>
      <dgm:spPr/>
    </dgm:pt>
    <dgm:pt modelId="{EEC7805A-EC72-4352-99A9-E1D93A1A8DCF}" type="pres">
      <dgm:prSet presAssocID="{18EAAD58-2797-49BE-810E-2F142C364469}" presName="sibTrans" presStyleCnt="0"/>
      <dgm:spPr/>
    </dgm:pt>
    <dgm:pt modelId="{9C065C82-22FC-4C3D-AB11-51A370F77756}" type="pres">
      <dgm:prSet presAssocID="{26D46560-6B73-4413-8C6A-869CA06F1F99}" presName="composite" presStyleCnt="0"/>
      <dgm:spPr/>
    </dgm:pt>
    <dgm:pt modelId="{27139FFD-5D95-4D6E-9059-BE0E9D43BD57}" type="pres">
      <dgm:prSet presAssocID="{26D46560-6B73-4413-8C6A-869CA06F1F99}" presName="bentUpArrow1" presStyleLbl="alignImgPlace1" presStyleIdx="1" presStyleCnt="2" custLinFactNeighborX="-56418" custLinFactNeighborY="310"/>
      <dgm:spPr/>
    </dgm:pt>
    <dgm:pt modelId="{F073E899-385E-482A-BB51-381BBA160B92}" type="pres">
      <dgm:prSet presAssocID="{26D46560-6B73-4413-8C6A-869CA06F1F99}" presName="ParentText" presStyleLbl="node1" presStyleIdx="1" presStyleCnt="3" custScaleX="166951" custLinFactNeighborX="-27413" custLinFactNeighborY="-1882">
        <dgm:presLayoutVars>
          <dgm:chMax val="1"/>
          <dgm:chPref val="1"/>
          <dgm:bulletEnabled val="1"/>
        </dgm:presLayoutVars>
      </dgm:prSet>
      <dgm:spPr/>
    </dgm:pt>
    <dgm:pt modelId="{E4D11DDE-A5C4-4D54-9B44-06201C7EFD27}" type="pres">
      <dgm:prSet presAssocID="{26D46560-6B73-4413-8C6A-869CA06F1F99}" presName="ChildText" presStyleLbl="revTx" presStyleIdx="1" presStyleCnt="3" custScaleX="145289" custLinFactNeighborX="46385" custLinFactNeighborY="2240">
        <dgm:presLayoutVars>
          <dgm:chMax val="0"/>
          <dgm:chPref val="0"/>
          <dgm:bulletEnabled val="1"/>
        </dgm:presLayoutVars>
      </dgm:prSet>
      <dgm:spPr/>
    </dgm:pt>
    <dgm:pt modelId="{431F619D-C1D0-440C-B77E-0B39CF5715B2}" type="pres">
      <dgm:prSet presAssocID="{3AC6FA5F-B404-49D8-8A67-66C461B3D5F3}" presName="sibTrans" presStyleCnt="0"/>
      <dgm:spPr/>
    </dgm:pt>
    <dgm:pt modelId="{46D109B6-A7E7-4F4C-B120-EA1654BF7777}" type="pres">
      <dgm:prSet presAssocID="{309722CF-2BD2-4EB8-9B77-6548255B2123}" presName="composite" presStyleCnt="0"/>
      <dgm:spPr/>
    </dgm:pt>
    <dgm:pt modelId="{AC8C08C1-EBA4-4AC8-9A87-F347C7F3390B}" type="pres">
      <dgm:prSet presAssocID="{309722CF-2BD2-4EB8-9B77-6548255B2123}" presName="ParentText" presStyleLbl="node1" presStyleIdx="2" presStyleCnt="3" custScaleX="166951" custLinFactNeighborX="-28326" custLinFactNeighborY="-1882">
        <dgm:presLayoutVars>
          <dgm:chMax val="1"/>
          <dgm:chPref val="1"/>
          <dgm:bulletEnabled val="1"/>
        </dgm:presLayoutVars>
      </dgm:prSet>
      <dgm:spPr/>
    </dgm:pt>
    <dgm:pt modelId="{26091BD3-68CF-4D21-97F8-055086AD8D51}" type="pres">
      <dgm:prSet presAssocID="{309722CF-2BD2-4EB8-9B77-6548255B2123}" presName="FinalChildText" presStyleLbl="revTx" presStyleIdx="2" presStyleCnt="3" custScaleX="108639" custLinFactNeighborX="23075" custLinFactNeighborY="-1046">
        <dgm:presLayoutVars>
          <dgm:chMax val="0"/>
          <dgm:chPref val="0"/>
          <dgm:bulletEnabled val="1"/>
        </dgm:presLayoutVars>
      </dgm:prSet>
      <dgm:spPr/>
    </dgm:pt>
  </dgm:ptLst>
  <dgm:cxnLst>
    <dgm:cxn modelId="{91DC1343-7C3B-4D2B-8394-E5C1B929E796}" type="presOf" srcId="{C1CED425-21FA-44BD-8EF9-1D7A772019A6}" destId="{66C81B2A-DFB5-4D94-B36A-990501801830}" srcOrd="0" destOrd="0" presId="urn:microsoft.com/office/officeart/2005/8/layout/StepDownProcess"/>
    <dgm:cxn modelId="{7A95A14E-620F-409A-9BEB-5836DE0DDCD7}" type="presOf" srcId="{CAB24E82-3068-409E-B4BE-7C62D71FE692}" destId="{04AAEA1F-0162-4351-B188-9368AF910F65}" srcOrd="0" destOrd="0" presId="urn:microsoft.com/office/officeart/2005/8/layout/StepDownProcess"/>
    <dgm:cxn modelId="{853AF94E-3FB8-417A-BCC4-A41755C205BF}" srcId="{26D46560-6B73-4413-8C6A-869CA06F1F99}" destId="{AD02D5F1-07AD-4AC9-B657-744B041474B1}" srcOrd="0" destOrd="0" parTransId="{C4610F36-44FB-4343-B9E1-D3A577FB2745}" sibTransId="{3442A1BA-603F-43BD-A240-756597B83D18}"/>
    <dgm:cxn modelId="{FF85516F-69CB-4DAA-9A17-C5F60D1F8293}" srcId="{CAB24E82-3068-409E-B4BE-7C62D71FE692}" destId="{C1CED425-21FA-44BD-8EF9-1D7A772019A6}" srcOrd="0" destOrd="0" parTransId="{9F3A0289-AC10-4157-BD26-9B896381E92B}" sibTransId="{18EAAD58-2797-49BE-810E-2F142C364469}"/>
    <dgm:cxn modelId="{45D9E57A-A4A1-43B6-869C-2DC7BF6A2CF2}" srcId="{CAB24E82-3068-409E-B4BE-7C62D71FE692}" destId="{26D46560-6B73-4413-8C6A-869CA06F1F99}" srcOrd="1" destOrd="0" parTransId="{C6476B7C-6788-48F6-A9DA-7802D683671C}" sibTransId="{3AC6FA5F-B404-49D8-8A67-66C461B3D5F3}"/>
    <dgm:cxn modelId="{3E84F97B-62FB-4227-A0F8-E808829BE6EF}" type="presOf" srcId="{26D46560-6B73-4413-8C6A-869CA06F1F99}" destId="{F073E899-385E-482A-BB51-381BBA160B92}" srcOrd="0" destOrd="0" presId="urn:microsoft.com/office/officeart/2005/8/layout/StepDownProcess"/>
    <dgm:cxn modelId="{F137AB82-26A0-4081-8117-925B92221CBE}" srcId="{309722CF-2BD2-4EB8-9B77-6548255B2123}" destId="{895E636E-8B16-40DD-A6C4-8CEC7736A525}" srcOrd="0" destOrd="0" parTransId="{9E8E5E96-A8C4-4E69-8529-205960036FA9}" sibTransId="{D97C9008-95B3-4385-8016-8F94914853B6}"/>
    <dgm:cxn modelId="{379C1493-6BF2-4AD8-8A25-642224C2B9A9}" type="presOf" srcId="{309722CF-2BD2-4EB8-9B77-6548255B2123}" destId="{AC8C08C1-EBA4-4AC8-9A87-F347C7F3390B}" srcOrd="0" destOrd="0" presId="urn:microsoft.com/office/officeart/2005/8/layout/StepDownProcess"/>
    <dgm:cxn modelId="{9D1980D0-E0E4-4B09-B30E-D755A9097623}" type="presOf" srcId="{F79A3CA5-5209-4459-BAA7-E2C4EA7F924B}" destId="{511C60F5-6D5B-4BE0-8FF9-6A465EC7B86E}" srcOrd="0" destOrd="0" presId="urn:microsoft.com/office/officeart/2005/8/layout/StepDownProcess"/>
    <dgm:cxn modelId="{429A41DC-DE17-4970-925C-0AF906D9FBC2}" type="presOf" srcId="{AD02D5F1-07AD-4AC9-B657-744B041474B1}" destId="{E4D11DDE-A5C4-4D54-9B44-06201C7EFD27}" srcOrd="0" destOrd="0" presId="urn:microsoft.com/office/officeart/2005/8/layout/StepDownProcess"/>
    <dgm:cxn modelId="{619F28E8-13B2-43AC-9C97-8D2EC4F98E1B}" srcId="{CAB24E82-3068-409E-B4BE-7C62D71FE692}" destId="{309722CF-2BD2-4EB8-9B77-6548255B2123}" srcOrd="2" destOrd="0" parTransId="{776CD0B5-C691-4C48-B47A-1F3F171062B4}" sibTransId="{92E18DC0-E492-4C14-8F85-EBB20751B275}"/>
    <dgm:cxn modelId="{EA201DF0-1151-441B-9DA1-03F1819C58C1}" srcId="{C1CED425-21FA-44BD-8EF9-1D7A772019A6}" destId="{F79A3CA5-5209-4459-BAA7-E2C4EA7F924B}" srcOrd="0" destOrd="0" parTransId="{25128C15-1D95-4E5F-873E-D750DEF27B4E}" sibTransId="{B0B9E45E-DC3F-48B0-9774-DA6C72A99A94}"/>
    <dgm:cxn modelId="{584D52FA-8421-4385-8B1C-442F39C080B5}" type="presOf" srcId="{895E636E-8B16-40DD-A6C4-8CEC7736A525}" destId="{26091BD3-68CF-4D21-97F8-055086AD8D51}" srcOrd="0" destOrd="0" presId="urn:microsoft.com/office/officeart/2005/8/layout/StepDownProcess"/>
    <dgm:cxn modelId="{2A48AEFF-193C-4F72-942D-33FD84DA3C03}" type="presParOf" srcId="{04AAEA1F-0162-4351-B188-9368AF910F65}" destId="{24EAE6E3-8128-427A-8414-763243EBB21E}" srcOrd="0" destOrd="0" presId="urn:microsoft.com/office/officeart/2005/8/layout/StepDownProcess"/>
    <dgm:cxn modelId="{4757BF77-6568-4649-9FCB-AE0AF1E85622}" type="presParOf" srcId="{24EAE6E3-8128-427A-8414-763243EBB21E}" destId="{CAFE555D-5BD6-48E6-B570-C1070EB013EA}" srcOrd="0" destOrd="0" presId="urn:microsoft.com/office/officeart/2005/8/layout/StepDownProcess"/>
    <dgm:cxn modelId="{6B63FF35-BCE8-4F3C-8EEE-3DCDE9BC308C}" type="presParOf" srcId="{24EAE6E3-8128-427A-8414-763243EBB21E}" destId="{66C81B2A-DFB5-4D94-B36A-990501801830}" srcOrd="1" destOrd="0" presId="urn:microsoft.com/office/officeart/2005/8/layout/StepDownProcess"/>
    <dgm:cxn modelId="{18F9C1BC-8A4B-4CD4-88A4-14376B7727E4}" type="presParOf" srcId="{24EAE6E3-8128-427A-8414-763243EBB21E}" destId="{511C60F5-6D5B-4BE0-8FF9-6A465EC7B86E}" srcOrd="2" destOrd="0" presId="urn:microsoft.com/office/officeart/2005/8/layout/StepDownProcess"/>
    <dgm:cxn modelId="{FBD630AC-3F83-4211-B836-CD1940489D18}" type="presParOf" srcId="{04AAEA1F-0162-4351-B188-9368AF910F65}" destId="{EEC7805A-EC72-4352-99A9-E1D93A1A8DCF}" srcOrd="1" destOrd="0" presId="urn:microsoft.com/office/officeart/2005/8/layout/StepDownProcess"/>
    <dgm:cxn modelId="{C468D3B0-40CE-4D93-A408-C01C9AECB587}" type="presParOf" srcId="{04AAEA1F-0162-4351-B188-9368AF910F65}" destId="{9C065C82-22FC-4C3D-AB11-51A370F77756}" srcOrd="2" destOrd="0" presId="urn:microsoft.com/office/officeart/2005/8/layout/StepDownProcess"/>
    <dgm:cxn modelId="{BDD78F99-629F-423F-A2E3-3E1B79911986}" type="presParOf" srcId="{9C065C82-22FC-4C3D-AB11-51A370F77756}" destId="{27139FFD-5D95-4D6E-9059-BE0E9D43BD57}" srcOrd="0" destOrd="0" presId="urn:microsoft.com/office/officeart/2005/8/layout/StepDownProcess"/>
    <dgm:cxn modelId="{882F7900-3139-4DE6-B3F7-35DD8035F98B}" type="presParOf" srcId="{9C065C82-22FC-4C3D-AB11-51A370F77756}" destId="{F073E899-385E-482A-BB51-381BBA160B92}" srcOrd="1" destOrd="0" presId="urn:microsoft.com/office/officeart/2005/8/layout/StepDownProcess"/>
    <dgm:cxn modelId="{65F33CD1-89E6-41E3-B58C-5BE2344C6963}" type="presParOf" srcId="{9C065C82-22FC-4C3D-AB11-51A370F77756}" destId="{E4D11DDE-A5C4-4D54-9B44-06201C7EFD27}" srcOrd="2" destOrd="0" presId="urn:microsoft.com/office/officeart/2005/8/layout/StepDownProcess"/>
    <dgm:cxn modelId="{1A813353-7C07-48A3-A4CE-A0F79941AF03}" type="presParOf" srcId="{04AAEA1F-0162-4351-B188-9368AF910F65}" destId="{431F619D-C1D0-440C-B77E-0B39CF5715B2}" srcOrd="3" destOrd="0" presId="urn:microsoft.com/office/officeart/2005/8/layout/StepDownProcess"/>
    <dgm:cxn modelId="{DBE6F0F7-F02A-41D2-A40C-22689FB57282}" type="presParOf" srcId="{04AAEA1F-0162-4351-B188-9368AF910F65}" destId="{46D109B6-A7E7-4F4C-B120-EA1654BF7777}" srcOrd="4" destOrd="0" presId="urn:microsoft.com/office/officeart/2005/8/layout/StepDownProcess"/>
    <dgm:cxn modelId="{1291B554-9653-4B79-848B-2FC64A2436E5}" type="presParOf" srcId="{46D109B6-A7E7-4F4C-B120-EA1654BF7777}" destId="{AC8C08C1-EBA4-4AC8-9A87-F347C7F3390B}" srcOrd="0" destOrd="0" presId="urn:microsoft.com/office/officeart/2005/8/layout/StepDownProcess"/>
    <dgm:cxn modelId="{F31D2264-F9E7-44CD-B474-A38D05AEF401}" type="presParOf" srcId="{46D109B6-A7E7-4F4C-B120-EA1654BF7777}" destId="{26091BD3-68CF-4D21-97F8-055086AD8D5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FF0036-BD49-4143-999E-15CE39BCD11D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82A3A-89CA-4069-86FE-A4105D6C6204}">
      <dgm:prSet phldrT="[Text]"/>
      <dgm:spPr/>
      <dgm:t>
        <a:bodyPr/>
        <a:lstStyle/>
        <a:p>
          <a:r>
            <a:rPr lang="en-US" dirty="0"/>
            <a:t>Diagramme de </a:t>
          </a:r>
          <a:r>
            <a:rPr lang="en-US" dirty="0" err="1"/>
            <a:t>cas</a:t>
          </a:r>
          <a:r>
            <a:rPr lang="en-US" dirty="0"/>
            <a:t> </a:t>
          </a:r>
          <a:r>
            <a:rPr lang="en-US" dirty="0" err="1"/>
            <a:t>d’utilisation</a:t>
          </a:r>
          <a:endParaRPr lang="en-US" dirty="0"/>
        </a:p>
      </dgm:t>
    </dgm:pt>
    <dgm:pt modelId="{E114B735-678D-42E9-BECF-B1C607B6E4B2}" type="parTrans" cxnId="{7A27C938-9371-4845-918F-8ED40A9DF076}">
      <dgm:prSet/>
      <dgm:spPr/>
      <dgm:t>
        <a:bodyPr/>
        <a:lstStyle/>
        <a:p>
          <a:endParaRPr lang="en-US"/>
        </a:p>
      </dgm:t>
    </dgm:pt>
    <dgm:pt modelId="{E369BB4B-B130-4B2A-B08D-450D51E8E1E9}" type="sibTrans" cxnId="{7A27C938-9371-4845-918F-8ED40A9DF076}">
      <dgm:prSet/>
      <dgm:spPr/>
      <dgm:t>
        <a:bodyPr/>
        <a:lstStyle/>
        <a:p>
          <a:endParaRPr lang="en-US"/>
        </a:p>
      </dgm:t>
    </dgm:pt>
    <dgm:pt modelId="{9195E3FD-78AB-4520-9AE1-005A15CB7806}">
      <dgm:prSet phldrT="[Text]"/>
      <dgm:spPr/>
      <dgm:t>
        <a:bodyPr/>
        <a:lstStyle/>
        <a:p>
          <a:r>
            <a:rPr lang="en-US" dirty="0"/>
            <a:t>Diagramme de séquence pour admin</a:t>
          </a:r>
        </a:p>
      </dgm:t>
    </dgm:pt>
    <dgm:pt modelId="{837399F6-CF6A-4BBB-BCC2-9918D67B945A}" type="parTrans" cxnId="{7AFB292E-AD65-4D62-8FE4-129AA3E73CB1}">
      <dgm:prSet/>
      <dgm:spPr/>
      <dgm:t>
        <a:bodyPr/>
        <a:lstStyle/>
        <a:p>
          <a:endParaRPr lang="en-US"/>
        </a:p>
      </dgm:t>
    </dgm:pt>
    <dgm:pt modelId="{0C535066-E259-4B0E-8CCD-EAC8CF0FD503}" type="sibTrans" cxnId="{7AFB292E-AD65-4D62-8FE4-129AA3E73CB1}">
      <dgm:prSet/>
      <dgm:spPr/>
      <dgm:t>
        <a:bodyPr/>
        <a:lstStyle/>
        <a:p>
          <a:endParaRPr lang="en-US"/>
        </a:p>
      </dgm:t>
    </dgm:pt>
    <dgm:pt modelId="{8414686B-B0D1-40FF-90FE-53D5838D69D6}">
      <dgm:prSet phldrT="[Text]"/>
      <dgm:spPr/>
      <dgm:t>
        <a:bodyPr/>
        <a:lstStyle/>
        <a:p>
          <a:r>
            <a:rPr lang="en-US" dirty="0"/>
            <a:t>Diagramme de séquence pour </a:t>
          </a:r>
          <a:r>
            <a:rPr lang="en-US" dirty="0" err="1"/>
            <a:t>utilisateur</a:t>
          </a:r>
          <a:endParaRPr lang="en-US" dirty="0"/>
        </a:p>
      </dgm:t>
    </dgm:pt>
    <dgm:pt modelId="{3A8473F3-88E9-427C-95B6-B3F0079A856D}" type="parTrans" cxnId="{9F534D4C-4582-4149-B730-CEC86A115AC8}">
      <dgm:prSet/>
      <dgm:spPr/>
      <dgm:t>
        <a:bodyPr/>
        <a:lstStyle/>
        <a:p>
          <a:endParaRPr lang="en-US"/>
        </a:p>
      </dgm:t>
    </dgm:pt>
    <dgm:pt modelId="{098B6516-0554-4D07-9EE0-556F1BB05376}" type="sibTrans" cxnId="{9F534D4C-4582-4149-B730-CEC86A115AC8}">
      <dgm:prSet/>
      <dgm:spPr/>
      <dgm:t>
        <a:bodyPr/>
        <a:lstStyle/>
        <a:p>
          <a:endParaRPr lang="en-US"/>
        </a:p>
      </dgm:t>
    </dgm:pt>
    <dgm:pt modelId="{A5D6A686-E4B7-4DC8-8DD8-E291803DA0F4}">
      <dgm:prSet phldrT="[Text]"/>
      <dgm:spPr/>
      <dgm:t>
        <a:bodyPr/>
        <a:lstStyle/>
        <a:p>
          <a:r>
            <a:rPr lang="fr-FR" b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rPr>
            <a:t>Arbre de conversation </a:t>
          </a:r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55EA250C-A238-4997-8D2F-81606D930BDE}" type="parTrans" cxnId="{637A9B19-068F-4736-8381-D09F6711C4B4}">
      <dgm:prSet/>
      <dgm:spPr/>
      <dgm:t>
        <a:bodyPr/>
        <a:lstStyle/>
        <a:p>
          <a:endParaRPr lang="en-US"/>
        </a:p>
      </dgm:t>
    </dgm:pt>
    <dgm:pt modelId="{7F39BB90-8581-4F85-A068-FFC74B46BC57}" type="sibTrans" cxnId="{637A9B19-068F-4736-8381-D09F6711C4B4}">
      <dgm:prSet/>
      <dgm:spPr/>
      <dgm:t>
        <a:bodyPr/>
        <a:lstStyle/>
        <a:p>
          <a:endParaRPr lang="en-US"/>
        </a:p>
      </dgm:t>
    </dgm:pt>
    <dgm:pt modelId="{877648A6-E83D-478B-B14E-0C6324C0AE62}">
      <dgm:prSet phldrT="[Text]"/>
      <dgm:spPr/>
      <dgm:t>
        <a:bodyPr/>
        <a:lstStyle/>
        <a:p>
          <a:r>
            <a:rPr lang="en-US" dirty="0"/>
            <a:t>Conception</a:t>
          </a:r>
        </a:p>
      </dgm:t>
    </dgm:pt>
    <dgm:pt modelId="{7ECFF679-2C44-49EA-893D-01AE8828BC51}" type="sibTrans" cxnId="{E3C26F10-1E65-4402-96DD-91242F5DB7D6}">
      <dgm:prSet/>
      <dgm:spPr/>
      <dgm:t>
        <a:bodyPr/>
        <a:lstStyle/>
        <a:p>
          <a:endParaRPr lang="en-US"/>
        </a:p>
      </dgm:t>
    </dgm:pt>
    <dgm:pt modelId="{51F60C04-33DA-41FD-8947-EBE007D224DE}" type="parTrans" cxnId="{E3C26F10-1E65-4402-96DD-91242F5DB7D6}">
      <dgm:prSet/>
      <dgm:spPr/>
      <dgm:t>
        <a:bodyPr/>
        <a:lstStyle/>
        <a:p>
          <a:endParaRPr lang="en-US"/>
        </a:p>
      </dgm:t>
    </dgm:pt>
    <dgm:pt modelId="{1D2A44AD-23B8-48CE-8A94-FA48580D23D8}" type="pres">
      <dgm:prSet presAssocID="{14FF0036-BD49-4143-999E-15CE39BCD11D}" presName="composite" presStyleCnt="0">
        <dgm:presLayoutVars>
          <dgm:chMax val="1"/>
          <dgm:dir/>
          <dgm:resizeHandles val="exact"/>
        </dgm:presLayoutVars>
      </dgm:prSet>
      <dgm:spPr/>
    </dgm:pt>
    <dgm:pt modelId="{2CE7129A-D6C3-4494-9CD6-EDB0E15D7002}" type="pres">
      <dgm:prSet presAssocID="{14FF0036-BD49-4143-999E-15CE39BCD11D}" presName="radial" presStyleCnt="0">
        <dgm:presLayoutVars>
          <dgm:animLvl val="ctr"/>
        </dgm:presLayoutVars>
      </dgm:prSet>
      <dgm:spPr/>
    </dgm:pt>
    <dgm:pt modelId="{EF5B7B46-B786-4C1F-AD99-F0D8D95E35C0}" type="pres">
      <dgm:prSet presAssocID="{877648A6-E83D-478B-B14E-0C6324C0AE62}" presName="centerShape" presStyleLbl="vennNode1" presStyleIdx="0" presStyleCnt="5" custScaleX="69916" custScaleY="69916" custLinFactNeighborX="0" custLinFactNeighborY="0"/>
      <dgm:spPr/>
    </dgm:pt>
    <dgm:pt modelId="{785F163A-146B-46EB-89B9-28B64EF1FB9C}" type="pres">
      <dgm:prSet presAssocID="{AC782A3A-89CA-4069-86FE-A4105D6C6204}" presName="node" presStyleLbl="vennNode1" presStyleIdx="1" presStyleCnt="5">
        <dgm:presLayoutVars>
          <dgm:bulletEnabled val="1"/>
        </dgm:presLayoutVars>
      </dgm:prSet>
      <dgm:spPr/>
    </dgm:pt>
    <dgm:pt modelId="{591B578C-EAF8-46CB-9EE6-A06DC164D171}" type="pres">
      <dgm:prSet presAssocID="{9195E3FD-78AB-4520-9AE1-005A15CB7806}" presName="node" presStyleLbl="vennNode1" presStyleIdx="2" presStyleCnt="5" custRadScaleInc="0">
        <dgm:presLayoutVars>
          <dgm:bulletEnabled val="1"/>
        </dgm:presLayoutVars>
      </dgm:prSet>
      <dgm:spPr/>
    </dgm:pt>
    <dgm:pt modelId="{47566E95-816B-4EAA-A5F0-E3EE90898DD0}" type="pres">
      <dgm:prSet presAssocID="{8414686B-B0D1-40FF-90FE-53D5838D69D6}" presName="node" presStyleLbl="vennNode1" presStyleIdx="3" presStyleCnt="5">
        <dgm:presLayoutVars>
          <dgm:bulletEnabled val="1"/>
        </dgm:presLayoutVars>
      </dgm:prSet>
      <dgm:spPr/>
    </dgm:pt>
    <dgm:pt modelId="{DDD1B006-30D5-4E6F-8DD6-A01E69E1B4A5}" type="pres">
      <dgm:prSet presAssocID="{A5D6A686-E4B7-4DC8-8DD8-E291803DA0F4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E3C26F10-1E65-4402-96DD-91242F5DB7D6}" srcId="{14FF0036-BD49-4143-999E-15CE39BCD11D}" destId="{877648A6-E83D-478B-B14E-0C6324C0AE62}" srcOrd="0" destOrd="0" parTransId="{51F60C04-33DA-41FD-8947-EBE007D224DE}" sibTransId="{7ECFF679-2C44-49EA-893D-01AE8828BC51}"/>
    <dgm:cxn modelId="{637A9B19-068F-4736-8381-D09F6711C4B4}" srcId="{877648A6-E83D-478B-B14E-0C6324C0AE62}" destId="{A5D6A686-E4B7-4DC8-8DD8-E291803DA0F4}" srcOrd="3" destOrd="0" parTransId="{55EA250C-A238-4997-8D2F-81606D930BDE}" sibTransId="{7F39BB90-8581-4F85-A068-FFC74B46BC57}"/>
    <dgm:cxn modelId="{7AFB292E-AD65-4D62-8FE4-129AA3E73CB1}" srcId="{877648A6-E83D-478B-B14E-0C6324C0AE62}" destId="{9195E3FD-78AB-4520-9AE1-005A15CB7806}" srcOrd="1" destOrd="0" parTransId="{837399F6-CF6A-4BBB-BCC2-9918D67B945A}" sibTransId="{0C535066-E259-4B0E-8CCD-EAC8CF0FD503}"/>
    <dgm:cxn modelId="{7A27C938-9371-4845-918F-8ED40A9DF076}" srcId="{877648A6-E83D-478B-B14E-0C6324C0AE62}" destId="{AC782A3A-89CA-4069-86FE-A4105D6C6204}" srcOrd="0" destOrd="0" parTransId="{E114B735-678D-42E9-BECF-B1C607B6E4B2}" sibTransId="{E369BB4B-B130-4B2A-B08D-450D51E8E1E9}"/>
    <dgm:cxn modelId="{45D2FE48-BB8E-4D15-9D65-B67DD7F595C7}" type="presOf" srcId="{9195E3FD-78AB-4520-9AE1-005A15CB7806}" destId="{591B578C-EAF8-46CB-9EE6-A06DC164D171}" srcOrd="0" destOrd="0" presId="urn:microsoft.com/office/officeart/2005/8/layout/radial3"/>
    <dgm:cxn modelId="{06957C6A-8CEB-4871-99DC-867E09C7CD5E}" type="presOf" srcId="{AC782A3A-89CA-4069-86FE-A4105D6C6204}" destId="{785F163A-146B-46EB-89B9-28B64EF1FB9C}" srcOrd="0" destOrd="0" presId="urn:microsoft.com/office/officeart/2005/8/layout/radial3"/>
    <dgm:cxn modelId="{9F534D4C-4582-4149-B730-CEC86A115AC8}" srcId="{877648A6-E83D-478B-B14E-0C6324C0AE62}" destId="{8414686B-B0D1-40FF-90FE-53D5838D69D6}" srcOrd="2" destOrd="0" parTransId="{3A8473F3-88E9-427C-95B6-B3F0079A856D}" sibTransId="{098B6516-0554-4D07-9EE0-556F1BB05376}"/>
    <dgm:cxn modelId="{C682A298-BB13-423F-889A-9BD231BBC263}" type="presOf" srcId="{877648A6-E83D-478B-B14E-0C6324C0AE62}" destId="{EF5B7B46-B786-4C1F-AD99-F0D8D95E35C0}" srcOrd="0" destOrd="0" presId="urn:microsoft.com/office/officeart/2005/8/layout/radial3"/>
    <dgm:cxn modelId="{46B751A8-AB94-42FE-8539-279FD6FCE58F}" type="presOf" srcId="{8414686B-B0D1-40FF-90FE-53D5838D69D6}" destId="{47566E95-816B-4EAA-A5F0-E3EE90898DD0}" srcOrd="0" destOrd="0" presId="urn:microsoft.com/office/officeart/2005/8/layout/radial3"/>
    <dgm:cxn modelId="{618ADBD8-88F4-4BAF-AF47-E52EB4E4F85C}" type="presOf" srcId="{A5D6A686-E4B7-4DC8-8DD8-E291803DA0F4}" destId="{DDD1B006-30D5-4E6F-8DD6-A01E69E1B4A5}" srcOrd="0" destOrd="0" presId="urn:microsoft.com/office/officeart/2005/8/layout/radial3"/>
    <dgm:cxn modelId="{2B9A24F0-E79D-46A8-8200-AFD64B6130B5}" type="presOf" srcId="{14FF0036-BD49-4143-999E-15CE39BCD11D}" destId="{1D2A44AD-23B8-48CE-8A94-FA48580D23D8}" srcOrd="0" destOrd="0" presId="urn:microsoft.com/office/officeart/2005/8/layout/radial3"/>
    <dgm:cxn modelId="{072B0318-B3E4-4141-A1DB-D8BE0E69F8A2}" type="presParOf" srcId="{1D2A44AD-23B8-48CE-8A94-FA48580D23D8}" destId="{2CE7129A-D6C3-4494-9CD6-EDB0E15D7002}" srcOrd="0" destOrd="0" presId="urn:microsoft.com/office/officeart/2005/8/layout/radial3"/>
    <dgm:cxn modelId="{A94DD51F-5C99-41D9-8F0E-51A74AAE01DA}" type="presParOf" srcId="{2CE7129A-D6C3-4494-9CD6-EDB0E15D7002}" destId="{EF5B7B46-B786-4C1F-AD99-F0D8D95E35C0}" srcOrd="0" destOrd="0" presId="urn:microsoft.com/office/officeart/2005/8/layout/radial3"/>
    <dgm:cxn modelId="{951EF6B4-750F-4CD6-83B6-4571F206C1A3}" type="presParOf" srcId="{2CE7129A-D6C3-4494-9CD6-EDB0E15D7002}" destId="{785F163A-146B-46EB-89B9-28B64EF1FB9C}" srcOrd="1" destOrd="0" presId="urn:microsoft.com/office/officeart/2005/8/layout/radial3"/>
    <dgm:cxn modelId="{382380AC-AE61-4F7F-9DB4-CADBA8B84F54}" type="presParOf" srcId="{2CE7129A-D6C3-4494-9CD6-EDB0E15D7002}" destId="{591B578C-EAF8-46CB-9EE6-A06DC164D171}" srcOrd="2" destOrd="0" presId="urn:microsoft.com/office/officeart/2005/8/layout/radial3"/>
    <dgm:cxn modelId="{6DB0B1D9-E849-4BC8-B4E8-B91AB2EEBD35}" type="presParOf" srcId="{2CE7129A-D6C3-4494-9CD6-EDB0E15D7002}" destId="{47566E95-816B-4EAA-A5F0-E3EE90898DD0}" srcOrd="3" destOrd="0" presId="urn:microsoft.com/office/officeart/2005/8/layout/radial3"/>
    <dgm:cxn modelId="{9DC0652B-032F-4A52-8841-77C31B86C263}" type="presParOf" srcId="{2CE7129A-D6C3-4494-9CD6-EDB0E15D7002}" destId="{DDD1B006-30D5-4E6F-8DD6-A01E69E1B4A5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E555D-5BD6-48E6-B570-C1070EB013EA}">
      <dsp:nvSpPr>
        <dsp:cNvPr id="0" name=""/>
        <dsp:cNvSpPr/>
      </dsp:nvSpPr>
      <dsp:spPr>
        <a:xfrm rot="5400000">
          <a:off x="1185899" y="158750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81B2A-DFB5-4D94-B36A-990501801830}">
      <dsp:nvSpPr>
        <dsp:cNvPr id="0" name=""/>
        <dsp:cNvSpPr/>
      </dsp:nvSpPr>
      <dsp:spPr>
        <a:xfrm>
          <a:off x="105968" y="0"/>
          <a:ext cx="4466931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Suit un arbre de décision fixe, avec des questions et réponses prédéfinies. Facile à développer mais peu flexible.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6523" y="80555"/>
        <a:ext cx="4305821" cy="1488762"/>
      </dsp:txXfrm>
    </dsp:sp>
    <dsp:sp modelId="{511C60F5-6D5B-4BE0-8FF9-6A465EC7B86E}">
      <dsp:nvSpPr>
        <dsp:cNvPr id="0" name=""/>
        <dsp:cNvSpPr/>
      </dsp:nvSpPr>
      <dsp:spPr>
        <a:xfrm>
          <a:off x="4520960" y="222522"/>
          <a:ext cx="2320333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20960" y="222522"/>
        <a:ext cx="2320333" cy="1333500"/>
      </dsp:txXfrm>
    </dsp:sp>
    <dsp:sp modelId="{27139FFD-5D95-4D6E-9059-BE0E9D43BD57}">
      <dsp:nvSpPr>
        <dsp:cNvPr id="0" name=""/>
        <dsp:cNvSpPr/>
      </dsp:nvSpPr>
      <dsp:spPr>
        <a:xfrm rot="5400000">
          <a:off x="3791974" y="344085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3E899-385E-482A-BB51-381BBA160B92}">
      <dsp:nvSpPr>
        <dsp:cNvPr id="0" name=""/>
        <dsp:cNvSpPr/>
      </dsp:nvSpPr>
      <dsp:spPr>
        <a:xfrm>
          <a:off x="2733563" y="1853346"/>
          <a:ext cx="4466931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Simple à </a:t>
          </a: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concevoir</a:t>
          </a:r>
          <a:endParaRPr lang="fr-F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Contrôle total sur les réponses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Précis pour des scénarios connus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14118" y="1933901"/>
        <a:ext cx="4305821" cy="1488762"/>
      </dsp:txXfrm>
    </dsp:sp>
    <dsp:sp modelId="{E4D11DDE-A5C4-4D54-9B44-06201C7EFD27}">
      <dsp:nvSpPr>
        <dsp:cNvPr id="0" name=""/>
        <dsp:cNvSpPr/>
      </dsp:nvSpPr>
      <dsp:spPr>
        <a:xfrm>
          <a:off x="7274877" y="2071620"/>
          <a:ext cx="2490701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274877" y="2071620"/>
        <a:ext cx="2490701" cy="1333500"/>
      </dsp:txXfrm>
    </dsp:sp>
    <dsp:sp modelId="{AC8C08C1-EBA4-4AC8-9A87-F347C7F3390B}">
      <dsp:nvSpPr>
        <dsp:cNvPr id="0" name=""/>
        <dsp:cNvSpPr/>
      </dsp:nvSpPr>
      <dsp:spPr>
        <a:xfrm>
          <a:off x="5318117" y="3706698"/>
          <a:ext cx="4466931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Chatbot</a:t>
          </a: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d’assistance sur un site e-commerce (ex. suivi de commande)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98672" y="3787253"/>
        <a:ext cx="4305821" cy="1488762"/>
      </dsp:txXfrm>
    </dsp:sp>
    <dsp:sp modelId="{26091BD3-68CF-4D21-97F8-055086AD8D51}">
      <dsp:nvSpPr>
        <dsp:cNvPr id="0" name=""/>
        <dsp:cNvSpPr/>
      </dsp:nvSpPr>
      <dsp:spPr>
        <a:xfrm>
          <a:off x="9795493" y="3881153"/>
          <a:ext cx="1862407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9795493" y="3881153"/>
        <a:ext cx="1862407" cy="1333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E555D-5BD6-48E6-B570-C1070EB013EA}">
      <dsp:nvSpPr>
        <dsp:cNvPr id="0" name=""/>
        <dsp:cNvSpPr/>
      </dsp:nvSpPr>
      <dsp:spPr>
        <a:xfrm rot="5400000">
          <a:off x="1167320" y="158750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81B2A-DFB5-4D94-B36A-990501801830}">
      <dsp:nvSpPr>
        <dsp:cNvPr id="0" name=""/>
        <dsp:cNvSpPr/>
      </dsp:nvSpPr>
      <dsp:spPr>
        <a:xfrm>
          <a:off x="82972" y="0"/>
          <a:ext cx="4513860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Utilise le NLP et le Machine Learning pour comprendre les intentions et s’adapter aux requêtes complexes.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163527" y="80555"/>
        <a:ext cx="4352750" cy="1488762"/>
      </dsp:txXfrm>
    </dsp:sp>
    <dsp:sp modelId="{511C60F5-6D5B-4BE0-8FF9-6A465EC7B86E}">
      <dsp:nvSpPr>
        <dsp:cNvPr id="0" name=""/>
        <dsp:cNvSpPr/>
      </dsp:nvSpPr>
      <dsp:spPr>
        <a:xfrm>
          <a:off x="4635740" y="222522"/>
          <a:ext cx="2320333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5740" y="222522"/>
        <a:ext cx="2320333" cy="1333500"/>
      </dsp:txXfrm>
    </dsp:sp>
    <dsp:sp modelId="{27139FFD-5D95-4D6E-9059-BE0E9D43BD57}">
      <dsp:nvSpPr>
        <dsp:cNvPr id="0" name=""/>
        <dsp:cNvSpPr/>
      </dsp:nvSpPr>
      <dsp:spPr>
        <a:xfrm rot="5400000">
          <a:off x="3784657" y="344085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3E899-385E-482A-BB51-381BBA160B92}">
      <dsp:nvSpPr>
        <dsp:cNvPr id="0" name=""/>
        <dsp:cNvSpPr/>
      </dsp:nvSpPr>
      <dsp:spPr>
        <a:xfrm>
          <a:off x="2721830" y="1853346"/>
          <a:ext cx="4513860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Réponses</a:t>
          </a: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plus </a:t>
          </a: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variées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S’adapte à des questions ouvertes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 err="1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Compréhension</a:t>
          </a:r>
          <a:r>
            <a:rPr lang="en-US" sz="24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du </a:t>
          </a:r>
          <a:r>
            <a:rPr lang="en-US" sz="2400" kern="1200" dirty="0" err="1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langage</a:t>
          </a:r>
          <a:r>
            <a:rPr lang="en-US" sz="24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naturel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2802385" y="1933901"/>
        <a:ext cx="4352750" cy="1488762"/>
      </dsp:txXfrm>
    </dsp:sp>
    <dsp:sp modelId="{E4D11DDE-A5C4-4D54-9B44-06201C7EFD27}">
      <dsp:nvSpPr>
        <dsp:cNvPr id="0" name=""/>
        <dsp:cNvSpPr/>
      </dsp:nvSpPr>
      <dsp:spPr>
        <a:xfrm>
          <a:off x="7400919" y="2071620"/>
          <a:ext cx="2490701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400919" y="2071620"/>
        <a:ext cx="2490701" cy="1333500"/>
      </dsp:txXfrm>
    </dsp:sp>
    <dsp:sp modelId="{AC8C08C1-EBA4-4AC8-9A87-F347C7F3390B}">
      <dsp:nvSpPr>
        <dsp:cNvPr id="0" name=""/>
        <dsp:cNvSpPr/>
      </dsp:nvSpPr>
      <dsp:spPr>
        <a:xfrm>
          <a:off x="5317648" y="3706698"/>
          <a:ext cx="4513860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ChatGPT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 Bard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IBM Watson Assistant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5398203" y="3787253"/>
        <a:ext cx="4352750" cy="1488762"/>
      </dsp:txXfrm>
    </dsp:sp>
    <dsp:sp modelId="{26091BD3-68CF-4D21-97F8-055086AD8D51}">
      <dsp:nvSpPr>
        <dsp:cNvPr id="0" name=""/>
        <dsp:cNvSpPr/>
      </dsp:nvSpPr>
      <dsp:spPr>
        <a:xfrm>
          <a:off x="9932799" y="3881153"/>
          <a:ext cx="1862407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9932799" y="3881153"/>
        <a:ext cx="1862407" cy="1333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E555D-5BD6-48E6-B570-C1070EB013EA}">
      <dsp:nvSpPr>
        <dsp:cNvPr id="0" name=""/>
        <dsp:cNvSpPr/>
      </dsp:nvSpPr>
      <dsp:spPr>
        <a:xfrm rot="5400000">
          <a:off x="1294875" y="158750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81B2A-DFB5-4D94-B36A-990501801830}">
      <dsp:nvSpPr>
        <dsp:cNvPr id="0" name=""/>
        <dsp:cNvSpPr/>
      </dsp:nvSpPr>
      <dsp:spPr>
        <a:xfrm>
          <a:off x="366539" y="0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 les règles fixes et l’intelligence artificielle pour offrir plus de souplesse et de précision.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7094" y="80555"/>
        <a:ext cx="3774042" cy="1488762"/>
      </dsp:txXfrm>
    </dsp:sp>
    <dsp:sp modelId="{511C60F5-6D5B-4BE0-8FF9-6A465EC7B86E}">
      <dsp:nvSpPr>
        <dsp:cNvPr id="0" name=""/>
        <dsp:cNvSpPr/>
      </dsp:nvSpPr>
      <dsp:spPr>
        <a:xfrm>
          <a:off x="4439458" y="222522"/>
          <a:ext cx="2320333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39458" y="222522"/>
        <a:ext cx="2320333" cy="1333500"/>
      </dsp:txXfrm>
    </dsp:sp>
    <dsp:sp modelId="{27139FFD-5D95-4D6E-9059-BE0E9D43BD57}">
      <dsp:nvSpPr>
        <dsp:cNvPr id="0" name=""/>
        <dsp:cNvSpPr/>
      </dsp:nvSpPr>
      <dsp:spPr>
        <a:xfrm rot="5400000">
          <a:off x="3773323" y="344085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3E899-385E-482A-BB51-381BBA160B92}">
      <dsp:nvSpPr>
        <dsp:cNvPr id="0" name=""/>
        <dsp:cNvSpPr/>
      </dsp:nvSpPr>
      <dsp:spPr>
        <a:xfrm>
          <a:off x="2866507" y="1853346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Équilibre entre contrôle et intelligence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Plus performant dans des contextes complexes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47062" y="1933901"/>
        <a:ext cx="3774042" cy="1488762"/>
      </dsp:txXfrm>
    </dsp:sp>
    <dsp:sp modelId="{E4D11DDE-A5C4-4D54-9B44-06201C7EFD27}">
      <dsp:nvSpPr>
        <dsp:cNvPr id="0" name=""/>
        <dsp:cNvSpPr/>
      </dsp:nvSpPr>
      <dsp:spPr>
        <a:xfrm>
          <a:off x="7065748" y="2071620"/>
          <a:ext cx="2490701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065748" y="2071620"/>
        <a:ext cx="2490701" cy="1333500"/>
      </dsp:txXfrm>
    </dsp:sp>
    <dsp:sp modelId="{AC8C08C1-EBA4-4AC8-9A87-F347C7F3390B}">
      <dsp:nvSpPr>
        <dsp:cNvPr id="0" name=""/>
        <dsp:cNvSpPr/>
      </dsp:nvSpPr>
      <dsp:spPr>
        <a:xfrm>
          <a:off x="5323435" y="3706698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Chatbot</a:t>
          </a: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bancaire intelligent : 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BNP Paribas 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Société Générale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03990" y="3787253"/>
        <a:ext cx="3774042" cy="1488762"/>
      </dsp:txXfrm>
    </dsp:sp>
    <dsp:sp modelId="{26091BD3-68CF-4D21-97F8-055086AD8D51}">
      <dsp:nvSpPr>
        <dsp:cNvPr id="0" name=""/>
        <dsp:cNvSpPr/>
      </dsp:nvSpPr>
      <dsp:spPr>
        <a:xfrm>
          <a:off x="9458738" y="3881153"/>
          <a:ext cx="1862407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9458738" y="3881153"/>
        <a:ext cx="1862407" cy="1333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E555D-5BD6-48E6-B570-C1070EB013EA}">
      <dsp:nvSpPr>
        <dsp:cNvPr id="0" name=""/>
        <dsp:cNvSpPr/>
      </dsp:nvSpPr>
      <dsp:spPr>
        <a:xfrm rot="5400000">
          <a:off x="1294875" y="158750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81B2A-DFB5-4D94-B36A-990501801830}">
      <dsp:nvSpPr>
        <dsp:cNvPr id="0" name=""/>
        <dsp:cNvSpPr/>
      </dsp:nvSpPr>
      <dsp:spPr>
        <a:xfrm>
          <a:off x="366539" y="0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Permet l’interaction vocale avec l’utilisateur, souvent sur appareils mobiles ou objets connectés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7094" y="80555"/>
        <a:ext cx="3774042" cy="1488762"/>
      </dsp:txXfrm>
    </dsp:sp>
    <dsp:sp modelId="{511C60F5-6D5B-4BE0-8FF9-6A465EC7B86E}">
      <dsp:nvSpPr>
        <dsp:cNvPr id="0" name=""/>
        <dsp:cNvSpPr/>
      </dsp:nvSpPr>
      <dsp:spPr>
        <a:xfrm>
          <a:off x="4439458" y="222522"/>
          <a:ext cx="2320333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en-US" sz="2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39458" y="222522"/>
        <a:ext cx="2320333" cy="1333500"/>
      </dsp:txXfrm>
    </dsp:sp>
    <dsp:sp modelId="{27139FFD-5D95-4D6E-9059-BE0E9D43BD57}">
      <dsp:nvSpPr>
        <dsp:cNvPr id="0" name=""/>
        <dsp:cNvSpPr/>
      </dsp:nvSpPr>
      <dsp:spPr>
        <a:xfrm rot="5400000">
          <a:off x="3773323" y="344085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3E899-385E-482A-BB51-381BBA160B92}">
      <dsp:nvSpPr>
        <dsp:cNvPr id="0" name=""/>
        <dsp:cNvSpPr/>
      </dsp:nvSpPr>
      <dsp:spPr>
        <a:xfrm>
          <a:off x="2866507" y="1853346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Accessibilité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Utilisation</a:t>
          </a: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mains </a:t>
          </a: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libres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Naturel pour </a:t>
          </a:r>
          <a:r>
            <a:rPr lang="en-US" sz="2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l’utilisateur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47062" y="1933901"/>
        <a:ext cx="3774042" cy="1488762"/>
      </dsp:txXfrm>
    </dsp:sp>
    <dsp:sp modelId="{E4D11DDE-A5C4-4D54-9B44-06201C7EFD27}">
      <dsp:nvSpPr>
        <dsp:cNvPr id="0" name=""/>
        <dsp:cNvSpPr/>
      </dsp:nvSpPr>
      <dsp:spPr>
        <a:xfrm>
          <a:off x="7065748" y="2071620"/>
          <a:ext cx="2490701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Avantages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065748" y="2071620"/>
        <a:ext cx="2490701" cy="1333500"/>
      </dsp:txXfrm>
    </dsp:sp>
    <dsp:sp modelId="{AC8C08C1-EBA4-4AC8-9A87-F347C7F3390B}">
      <dsp:nvSpPr>
        <dsp:cNvPr id="0" name=""/>
        <dsp:cNvSpPr/>
      </dsp:nvSpPr>
      <dsp:spPr>
        <a:xfrm>
          <a:off x="5323435" y="3706698"/>
          <a:ext cx="3935152" cy="1649872"/>
        </a:xfrm>
        <a:prstGeom prst="roundRect">
          <a:avLst>
            <a:gd name="adj" fmla="val 166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Siri (Apple)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Alexa (Amazon)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 Assistant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03990" y="3787253"/>
        <a:ext cx="3774042" cy="1488762"/>
      </dsp:txXfrm>
    </dsp:sp>
    <dsp:sp modelId="{26091BD3-68CF-4D21-97F8-055086AD8D51}">
      <dsp:nvSpPr>
        <dsp:cNvPr id="0" name=""/>
        <dsp:cNvSpPr/>
      </dsp:nvSpPr>
      <dsp:spPr>
        <a:xfrm>
          <a:off x="9458738" y="3881153"/>
          <a:ext cx="1862407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Exemples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9458738" y="3881153"/>
        <a:ext cx="1862407" cy="1333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B7B46-B786-4C1F-AD99-F0D8D95E35C0}">
      <dsp:nvSpPr>
        <dsp:cNvPr id="0" name=""/>
        <dsp:cNvSpPr/>
      </dsp:nvSpPr>
      <dsp:spPr>
        <a:xfrm>
          <a:off x="4766180" y="2099181"/>
          <a:ext cx="2659638" cy="2659638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Conception</a:t>
          </a:r>
        </a:p>
      </dsp:txBody>
      <dsp:txXfrm>
        <a:off x="5155675" y="2488676"/>
        <a:ext cx="1880648" cy="1880648"/>
      </dsp:txXfrm>
    </dsp:sp>
    <dsp:sp modelId="{785F163A-146B-46EB-89B9-28B64EF1FB9C}">
      <dsp:nvSpPr>
        <dsp:cNvPr id="0" name=""/>
        <dsp:cNvSpPr/>
      </dsp:nvSpPr>
      <dsp:spPr>
        <a:xfrm>
          <a:off x="5144988" y="679"/>
          <a:ext cx="1902023" cy="1902023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Diagramme de </a:t>
          </a:r>
          <a:r>
            <a:rPr lang="en-US" sz="1900" kern="1200" dirty="0" err="1"/>
            <a:t>cas</a:t>
          </a:r>
          <a:r>
            <a:rPr lang="en-US" sz="1900" kern="1200" dirty="0"/>
            <a:t> </a:t>
          </a:r>
          <a:r>
            <a:rPr lang="en-US" sz="1900" kern="1200" dirty="0" err="1"/>
            <a:t>d’utilisation</a:t>
          </a:r>
          <a:endParaRPr lang="en-US" sz="1900" kern="1200" dirty="0"/>
        </a:p>
      </dsp:txBody>
      <dsp:txXfrm>
        <a:off x="5423533" y="279224"/>
        <a:ext cx="1344933" cy="1344933"/>
      </dsp:txXfrm>
    </dsp:sp>
    <dsp:sp modelId="{591B578C-EAF8-46CB-9EE6-A06DC164D171}">
      <dsp:nvSpPr>
        <dsp:cNvPr id="0" name=""/>
        <dsp:cNvSpPr/>
      </dsp:nvSpPr>
      <dsp:spPr>
        <a:xfrm>
          <a:off x="7622298" y="2477989"/>
          <a:ext cx="1902023" cy="190202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Diagramme de séquence pour admin</a:t>
          </a:r>
        </a:p>
      </dsp:txBody>
      <dsp:txXfrm>
        <a:off x="7900843" y="2756534"/>
        <a:ext cx="1344933" cy="1344933"/>
      </dsp:txXfrm>
    </dsp:sp>
    <dsp:sp modelId="{47566E95-816B-4EAA-A5F0-E3EE90898DD0}">
      <dsp:nvSpPr>
        <dsp:cNvPr id="0" name=""/>
        <dsp:cNvSpPr/>
      </dsp:nvSpPr>
      <dsp:spPr>
        <a:xfrm>
          <a:off x="5144988" y="4955299"/>
          <a:ext cx="1902023" cy="190202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Diagramme de séquence pour </a:t>
          </a:r>
          <a:r>
            <a:rPr lang="en-US" sz="1900" kern="1200" dirty="0" err="1"/>
            <a:t>utilisateur</a:t>
          </a:r>
          <a:endParaRPr lang="en-US" sz="1900" kern="1200" dirty="0"/>
        </a:p>
      </dsp:txBody>
      <dsp:txXfrm>
        <a:off x="5423533" y="5233844"/>
        <a:ext cx="1344933" cy="1344933"/>
      </dsp:txXfrm>
    </dsp:sp>
    <dsp:sp modelId="{DDD1B006-30D5-4E6F-8DD6-A01E69E1B4A5}">
      <dsp:nvSpPr>
        <dsp:cNvPr id="0" name=""/>
        <dsp:cNvSpPr/>
      </dsp:nvSpPr>
      <dsp:spPr>
        <a:xfrm>
          <a:off x="2667678" y="2477989"/>
          <a:ext cx="1902023" cy="1902023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rPr>
            <a:t>Arbre de conversation </a:t>
          </a:r>
          <a:r>
            <a:rPr lang="en-US" sz="1900" kern="1200" dirty="0">
              <a:solidFill>
                <a:schemeClr val="tx1"/>
              </a:solidFill>
            </a:rPr>
            <a:t> </a:t>
          </a:r>
        </a:p>
      </dsp:txBody>
      <dsp:txXfrm>
        <a:off x="2946223" y="2756534"/>
        <a:ext cx="1344933" cy="1344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34748-7221-4006-AB6D-64E5EA73E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983DEB-EA75-4E14-B516-626334101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A73CE9-86F9-439F-A081-4DE9702C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CDEF05-D026-4C36-B43D-0C8DB113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DA22EC-00D0-4526-B801-D96A3307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5100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155AD-702B-451A-A64A-22F73EEC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19DB1C-043F-4FEC-9111-DD76EC369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7A7198-5739-46D6-AF44-525FE334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F04F6C-719E-45F0-B60D-F736D3CC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ECD5A2-3497-448E-9630-0B86FD42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80997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0C3EF-149E-414A-A0DB-A27F2737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FF7F1D-1EF3-436D-BB4E-40D3F115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A9FBDB-48CF-4EC3-B049-8E978E90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EF94CE-6E88-46AC-BC4E-C0C2971A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EC4B6F-0195-4E18-98A5-32B76C55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9955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A8243-653B-4FDF-A94F-FDE4DC65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4F441C-E73B-4F0C-97C6-88240B7E6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953519-5126-4139-A239-B00ADC7BF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BE67AA-4E4F-4A02-B684-990E6AC7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061785-CD20-4B97-98DA-A4EB3676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74FF3D-7582-40E5-9C9B-67A2011B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5658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18E64-0074-4C01-8147-496FCE03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763B70-4873-4A51-B172-0977D0E09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711797-FA76-4F51-88C8-79773FB7E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90F0EA-3D66-4E86-8843-64B03FC90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B5B5FCC-A76F-4BD6-8A98-7904672FD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5EBA5D2-B0BD-4E50-B532-84223FCF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9B16BD-14F3-428A-95F2-566FA7E6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5C9368-A6FD-4220-8693-3B011A9A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90835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B0ECC-96D5-4677-8868-06629A00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7F4DAC2-9269-4D51-B49D-4779808E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623348-FA5B-4393-888F-AAAC7D7E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A2A1A7-D847-4FFB-8DFD-5E965FD8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28264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DAE8D5-DE3B-49C0-B342-BECFFB13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3DDF97-9730-48E1-B757-3BCC8D0E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72DE16-E601-4D46-9DF6-1B3122DF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6413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A1DAD-2B0F-4224-823C-E52B28FC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2F816-E397-4265-AD2D-2712DD09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EF40F8-AD30-4EB4-AD5C-A392D7D48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FC3B23-13CA-4A14-88F1-EDC740AF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3AA5D9-38EF-42F9-BD8E-896D238E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F66EA4-F28C-4B00-8717-12D3BBA9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96908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06C705-6F59-4A46-9894-26AA4AA9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E8DAEA-5E3C-4150-9400-F6EE3411F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5704C4-5A5D-43F2-B263-0336E865F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905D4F-39AC-4883-8F55-78CA9D2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82FC1E-C057-4181-AE73-3F2350617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F74F0F-B828-49BF-845D-CB16FDAA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8660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9F09D-F2E1-4538-A2C8-F229F336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DCC1A8-D796-4A4F-9538-9CAAA16CF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314F7E-A68F-441D-B5AA-B925EB01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1149E-548E-4BC7-8ED2-C5AAF677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4985A-8F7B-4B79-A09B-D9329788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2930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A14150-4000-4F5E-B1C9-E4F1E2C20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7CCC91-0F1B-4962-ABCC-95DB1165F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510E91-755D-423F-AF4E-2BFDE205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00CCB8-3684-4AC3-ADB0-505EDAAE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0690BA-C6F2-4D0A-BF64-AB94BE7C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35767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3ACD216-31BE-4F5D-AFFD-D6BBBE32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80B43A-76ED-462A-8C9D-80A98F865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0AF1B2-5E89-4038-AA20-0C4149EC7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043FC-77B6-4226-9D6F-176C5B2A5EC4}" type="datetimeFigureOut">
              <a:rPr lang="fr-MA" smtClean="0"/>
              <a:t>12/06/2025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693C0F-EF28-43A0-9639-8EDDAD790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A46A93-4FEA-4647-8968-933FBEF3F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5B48D-61E9-41C5-B96E-480052A4D452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9730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slide" Target="slide32.xml"/><Relationship Id="rId18" Type="http://schemas.openxmlformats.org/officeDocument/2006/relationships/image" Target="../media/image12.jpg"/><Relationship Id="rId3" Type="http://schemas.openxmlformats.org/officeDocument/2006/relationships/image" Target="../media/image4.svg"/><Relationship Id="rId7" Type="http://schemas.openxmlformats.org/officeDocument/2006/relationships/image" Target="../media/image6.jpg"/><Relationship Id="rId12" Type="http://schemas.openxmlformats.org/officeDocument/2006/relationships/image" Target="../media/image9.svg"/><Relationship Id="rId17" Type="http://schemas.openxmlformats.org/officeDocument/2006/relationships/slide" Target="slide6.xml"/><Relationship Id="rId2" Type="http://schemas.openxmlformats.org/officeDocument/2006/relationships/image" Target="../media/image3.png"/><Relationship Id="rId16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11" Type="http://schemas.openxmlformats.org/officeDocument/2006/relationships/image" Target="../media/image8.png"/><Relationship Id="rId5" Type="http://schemas.openxmlformats.org/officeDocument/2006/relationships/image" Target="../media/image5.jpg"/><Relationship Id="rId15" Type="http://schemas.openxmlformats.org/officeDocument/2006/relationships/slide" Target="slide12.xml"/><Relationship Id="rId10" Type="http://schemas.openxmlformats.org/officeDocument/2006/relationships/slide" Target="slide24.xml"/><Relationship Id="rId19" Type="http://schemas.openxmlformats.org/officeDocument/2006/relationships/slide" Target="slide30.xml"/><Relationship Id="rId4" Type="http://schemas.openxmlformats.org/officeDocument/2006/relationships/slide" Target="slide4.xml"/><Relationship Id="rId9" Type="http://schemas.openxmlformats.org/officeDocument/2006/relationships/image" Target="../media/image7.jpg"/><Relationship Id="rId1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jpg"/><Relationship Id="rId18" Type="http://schemas.openxmlformats.org/officeDocument/2006/relationships/slide" Target="slide32.xml"/><Relationship Id="rId3" Type="http://schemas.openxmlformats.org/officeDocument/2006/relationships/slide" Target="slide12.xml"/><Relationship Id="rId21" Type="http://schemas.openxmlformats.org/officeDocument/2006/relationships/image" Target="../media/image11.jpg"/><Relationship Id="rId7" Type="http://schemas.openxmlformats.org/officeDocument/2006/relationships/slide" Target="slide4.xml"/><Relationship Id="rId12" Type="http://schemas.openxmlformats.org/officeDocument/2006/relationships/slide" Target="slide20.xml"/><Relationship Id="rId17" Type="http://schemas.openxmlformats.org/officeDocument/2006/relationships/image" Target="../media/image9.svg"/><Relationship Id="rId2" Type="http://schemas.openxmlformats.org/officeDocument/2006/relationships/image" Target="../media/image10.jpg"/><Relationship Id="rId16" Type="http://schemas.openxmlformats.org/officeDocument/2006/relationships/image" Target="../media/image8.png"/><Relationship Id="rId20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jpg"/><Relationship Id="rId24" Type="http://schemas.openxmlformats.org/officeDocument/2006/relationships/slide" Target="slide30.xml"/><Relationship Id="rId5" Type="http://schemas.openxmlformats.org/officeDocument/2006/relationships/image" Target="../media/image4.svg"/><Relationship Id="rId15" Type="http://schemas.openxmlformats.org/officeDocument/2006/relationships/image" Target="../media/image7.jpg"/><Relationship Id="rId23" Type="http://schemas.openxmlformats.org/officeDocument/2006/relationships/image" Target="../media/image12.jpg"/><Relationship Id="rId10" Type="http://schemas.openxmlformats.org/officeDocument/2006/relationships/slide" Target="slide14.xml"/><Relationship Id="rId19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5.jpg"/><Relationship Id="rId14" Type="http://schemas.openxmlformats.org/officeDocument/2006/relationships/slide" Target="slide24.xml"/><Relationship Id="rId22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image" Target="../media/image21.png"/><Relationship Id="rId26" Type="http://schemas.openxmlformats.org/officeDocument/2006/relationships/image" Target="../media/image23.png"/><Relationship Id="rId3" Type="http://schemas.openxmlformats.org/officeDocument/2006/relationships/diagramLayout" Target="../diagrams/layout5.xml"/><Relationship Id="rId21" Type="http://schemas.openxmlformats.org/officeDocument/2006/relationships/image" Target="../media/image21.png"/><Relationship Id="rId7" Type="http://schemas.openxmlformats.org/officeDocument/2006/relationships/image" Target="../media/image16.png"/><Relationship Id="rId12" Type="http://schemas.openxmlformats.org/officeDocument/2006/relationships/image" Target="../media/image18.svg"/><Relationship Id="rId17" Type="http://schemas.openxmlformats.org/officeDocument/2006/relationships/image" Target="../media/image20.svg"/><Relationship Id="rId25" Type="http://schemas.openxmlformats.org/officeDocument/2006/relationships/slide" Target="slide19.xml"/><Relationship Id="rId2" Type="http://schemas.openxmlformats.org/officeDocument/2006/relationships/diagramData" Target="../diagrams/data5.xml"/><Relationship Id="rId16" Type="http://schemas.openxmlformats.org/officeDocument/2006/relationships/image" Target="../media/image19.png"/><Relationship Id="rId20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openxmlformats.org/officeDocument/2006/relationships/image" Target="../media/image17.png"/><Relationship Id="rId24" Type="http://schemas.openxmlformats.org/officeDocument/2006/relationships/image" Target="../media/image24.svg"/><Relationship Id="rId5" Type="http://schemas.openxmlformats.org/officeDocument/2006/relationships/diagramColors" Target="../diagrams/colors5.xml"/><Relationship Id="rId15" Type="http://schemas.openxmlformats.org/officeDocument/2006/relationships/slide" Target="slide18.xml"/><Relationship Id="rId23" Type="http://schemas.openxmlformats.org/officeDocument/2006/relationships/image" Target="../media/image23.png"/><Relationship Id="rId10" Type="http://schemas.openxmlformats.org/officeDocument/2006/relationships/slide" Target="slide16.xml"/><Relationship Id="rId19" Type="http://schemas.openxmlformats.org/officeDocument/2006/relationships/image" Target="../media/image22.sv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8.svg"/><Relationship Id="rId14" Type="http://schemas.openxmlformats.org/officeDocument/2006/relationships/image" Target="../media/image20.svg"/><Relationship Id="rId22" Type="http://schemas.openxmlformats.org/officeDocument/2006/relationships/image" Target="../media/image22.svg"/><Relationship Id="rId27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460A9-1EF9-43F8-BFF9-878668B9037F}"/>
              </a:ext>
            </a:extLst>
          </p:cNvPr>
          <p:cNvSpPr/>
          <p:nvPr/>
        </p:nvSpPr>
        <p:spPr>
          <a:xfrm>
            <a:off x="0" y="6461551"/>
            <a:ext cx="12192000" cy="41549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D48186-6158-47BB-BA2D-821C5C639647}"/>
              </a:ext>
            </a:extLst>
          </p:cNvPr>
          <p:cNvSpPr txBox="1"/>
          <p:nvPr/>
        </p:nvSpPr>
        <p:spPr>
          <a:xfrm>
            <a:off x="2945801" y="2382940"/>
            <a:ext cx="630904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fr-FR" sz="2400" b="1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REALISATION D'UN CHATBOT POUR L'ORIENTATION  SCOLAIRE EN UTILISANT L'INTELLIGENCE ARTIFICIELLE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44C61D-741B-4F28-9D35-9AB8830F6CC6}"/>
              </a:ext>
            </a:extLst>
          </p:cNvPr>
          <p:cNvSpPr txBox="1"/>
          <p:nvPr/>
        </p:nvSpPr>
        <p:spPr>
          <a:xfrm>
            <a:off x="3583367" y="463942"/>
            <a:ext cx="59847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UNIVERSITE HASSAN 1</a:t>
            </a:r>
            <a:r>
              <a:rPr lang="fr-FR" sz="2000" b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FACULTE DES SCIENCES ET TECHNIQUES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-SETTAT-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FC455C-9526-44C8-9C8C-3F740FA1D4CE}"/>
              </a:ext>
            </a:extLst>
          </p:cNvPr>
          <p:cNvSpPr txBox="1"/>
          <p:nvPr/>
        </p:nvSpPr>
        <p:spPr>
          <a:xfrm>
            <a:off x="966786" y="4438684"/>
            <a:ext cx="205263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M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Réalisé par :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6BA2E73-7F87-47E4-8912-559415BDCABF}"/>
              </a:ext>
            </a:extLst>
          </p:cNvPr>
          <p:cNvSpPr txBox="1"/>
          <p:nvPr/>
        </p:nvSpPr>
        <p:spPr>
          <a:xfrm>
            <a:off x="8236743" y="4459809"/>
            <a:ext cx="205263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M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Jury :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886D39-6252-43DA-961F-57B795FCE070}"/>
              </a:ext>
            </a:extLst>
          </p:cNvPr>
          <p:cNvSpPr txBox="1"/>
          <p:nvPr/>
        </p:nvSpPr>
        <p:spPr>
          <a:xfrm>
            <a:off x="671514" y="4803803"/>
            <a:ext cx="2462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ANGAR YOUNESS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624FD34-D66E-48F1-8BCA-46381D24B69E}"/>
              </a:ext>
            </a:extLst>
          </p:cNvPr>
          <p:cNvSpPr txBox="1"/>
          <p:nvPr/>
        </p:nvSpPr>
        <p:spPr>
          <a:xfrm>
            <a:off x="7616894" y="4880932"/>
            <a:ext cx="3608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 </a:t>
            </a:r>
            <a:r>
              <a:rPr lang="fr-FR" sz="1800" b="1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Benmakhlouf Amine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sz="1800" b="1" cap="all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M. </a:t>
            </a:r>
            <a:r>
              <a:rPr lang="fr-FR" sz="1800" b="1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Nabil LAACHFOUBI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M. </a:t>
            </a:r>
            <a:r>
              <a:rPr lang="fr-FR" sz="1800" b="1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Fouad TOUFIK 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B6CF42A-414B-4A2B-BF58-2E03CDC3269D}"/>
              </a:ext>
            </a:extLst>
          </p:cNvPr>
          <p:cNvSpPr txBox="1"/>
          <p:nvPr/>
        </p:nvSpPr>
        <p:spPr>
          <a:xfrm>
            <a:off x="5293519" y="6484634"/>
            <a:ext cx="1938335" cy="36933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 2024/2025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194DB78-F77A-4EF9-8EE4-053E92C1858F}"/>
              </a:ext>
            </a:extLst>
          </p:cNvPr>
          <p:cNvGrpSpPr/>
          <p:nvPr/>
        </p:nvGrpSpPr>
        <p:grpSpPr>
          <a:xfrm>
            <a:off x="9254843" y="2654999"/>
            <a:ext cx="542925" cy="970510"/>
            <a:chOff x="8343900" y="2654999"/>
            <a:chExt cx="542925" cy="970510"/>
          </a:xfrm>
        </p:grpSpPr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9D80ED6B-042B-44AA-BA39-17F85E85DE81}"/>
                </a:ext>
              </a:extLst>
            </p:cNvPr>
            <p:cNvSpPr/>
            <p:nvPr/>
          </p:nvSpPr>
          <p:spPr>
            <a:xfrm>
              <a:off x="8524875" y="2719656"/>
              <a:ext cx="361950" cy="841195"/>
            </a:xfrm>
            <a:prstGeom prst="chevron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MA">
                <a:solidFill>
                  <a:schemeClr val="tx1"/>
                </a:solidFill>
              </a:endParaRPr>
            </a:p>
          </p:txBody>
        </p:sp>
        <p:sp>
          <p:nvSpPr>
            <p:cNvPr id="26" name="Flèche : chevron 25">
              <a:extLst>
                <a:ext uri="{FF2B5EF4-FFF2-40B4-BE49-F238E27FC236}">
                  <a16:creationId xmlns:a16="http://schemas.microsoft.com/office/drawing/2014/main" id="{2FDC7C95-9741-4420-92A0-D349E5AA886A}"/>
                </a:ext>
              </a:extLst>
            </p:cNvPr>
            <p:cNvSpPr/>
            <p:nvPr/>
          </p:nvSpPr>
          <p:spPr>
            <a:xfrm>
              <a:off x="8343900" y="2654999"/>
              <a:ext cx="361950" cy="970510"/>
            </a:xfrm>
            <a:prstGeom prst="chevron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C2C5F97C-B9C3-4C10-8680-6F668275BE24}"/>
              </a:ext>
            </a:extLst>
          </p:cNvPr>
          <p:cNvGrpSpPr/>
          <p:nvPr/>
        </p:nvGrpSpPr>
        <p:grpSpPr>
          <a:xfrm>
            <a:off x="2402876" y="2641144"/>
            <a:ext cx="542926" cy="970510"/>
            <a:chOff x="3248023" y="2654999"/>
            <a:chExt cx="542926" cy="970510"/>
          </a:xfrm>
        </p:grpSpPr>
        <p:sp>
          <p:nvSpPr>
            <p:cNvPr id="33" name="Flèche : chevron 32">
              <a:extLst>
                <a:ext uri="{FF2B5EF4-FFF2-40B4-BE49-F238E27FC236}">
                  <a16:creationId xmlns:a16="http://schemas.microsoft.com/office/drawing/2014/main" id="{B665A007-B85C-47DB-96F5-02E0D5B3DD16}"/>
                </a:ext>
              </a:extLst>
            </p:cNvPr>
            <p:cNvSpPr/>
            <p:nvPr/>
          </p:nvSpPr>
          <p:spPr>
            <a:xfrm rot="10800000">
              <a:off x="3248023" y="2719656"/>
              <a:ext cx="361950" cy="841195"/>
            </a:xfrm>
            <a:prstGeom prst="chevron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MA">
                <a:solidFill>
                  <a:schemeClr val="tx1"/>
                </a:solidFill>
              </a:endParaRPr>
            </a:p>
          </p:txBody>
        </p:sp>
        <p:sp>
          <p:nvSpPr>
            <p:cNvPr id="34" name="Flèche : chevron 33">
              <a:extLst>
                <a:ext uri="{FF2B5EF4-FFF2-40B4-BE49-F238E27FC236}">
                  <a16:creationId xmlns:a16="http://schemas.microsoft.com/office/drawing/2014/main" id="{334E1215-1908-4385-BF77-9F0FE13831EF}"/>
                </a:ext>
              </a:extLst>
            </p:cNvPr>
            <p:cNvSpPr/>
            <p:nvPr/>
          </p:nvSpPr>
          <p:spPr>
            <a:xfrm rot="10800000">
              <a:off x="3428999" y="2654999"/>
              <a:ext cx="361950" cy="970510"/>
            </a:xfrm>
            <a:prstGeom prst="chevron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>
                <a:solidFill>
                  <a:schemeClr val="tx1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97CC72D-4043-42FC-AACD-658130927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896" y="44588"/>
            <a:ext cx="2155341" cy="20003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B14291-5BF7-4503-8365-F2A56C27C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3" y="-156925"/>
            <a:ext cx="2060711" cy="2114576"/>
          </a:xfrm>
          <a:prstGeom prst="rect">
            <a:avLst/>
          </a:prstGeom>
        </p:spPr>
      </p:pic>
      <p:sp>
        <p:nvSpPr>
          <p:cNvPr id="25" name="ZoneTexte 16">
            <a:extLst>
              <a:ext uri="{FF2B5EF4-FFF2-40B4-BE49-F238E27FC236}">
                <a16:creationId xmlns:a16="http://schemas.microsoft.com/office/drawing/2014/main" id="{607EA325-5CC0-4362-962E-C69BE1E71CB1}"/>
              </a:ext>
            </a:extLst>
          </p:cNvPr>
          <p:cNvSpPr txBox="1"/>
          <p:nvPr/>
        </p:nvSpPr>
        <p:spPr>
          <a:xfrm>
            <a:off x="464523" y="5126855"/>
            <a:ext cx="30571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Sous la direction de :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M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19">
            <a:extLst>
              <a:ext uri="{FF2B5EF4-FFF2-40B4-BE49-F238E27FC236}">
                <a16:creationId xmlns:a16="http://schemas.microsoft.com/office/drawing/2014/main" id="{F9C6395A-9947-414C-A772-835B6E43C0C6}"/>
              </a:ext>
            </a:extLst>
          </p:cNvPr>
          <p:cNvSpPr txBox="1"/>
          <p:nvPr/>
        </p:nvSpPr>
        <p:spPr>
          <a:xfrm>
            <a:off x="320544" y="5507557"/>
            <a:ext cx="360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 </a:t>
            </a:r>
            <a:r>
              <a:rPr lang="fr-FR" sz="2000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Benmakhlouf Amine</a:t>
            </a:r>
            <a:r>
              <a:rPr lang="fr-F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M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DD9D497-EDE4-4014-A0F7-B9953A0FC11E}"/>
              </a:ext>
            </a:extLst>
          </p:cNvPr>
          <p:cNvSpPr txBox="1"/>
          <p:nvPr/>
        </p:nvSpPr>
        <p:spPr>
          <a:xfrm>
            <a:off x="5405739" y="-943612"/>
            <a:ext cx="1524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B9FB5E69-956C-4F5E-958E-1775A95DABC9}"/>
              </a:ext>
            </a:extLst>
          </p:cNvPr>
          <p:cNvSpPr txBox="1"/>
          <p:nvPr/>
        </p:nvSpPr>
        <p:spPr>
          <a:xfrm rot="20760438">
            <a:off x="-2892961" y="5118834"/>
            <a:ext cx="227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fr-M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DBF6F213-C300-4052-B368-8D49B1C30188}"/>
              </a:ext>
            </a:extLst>
          </p:cNvPr>
          <p:cNvSpPr txBox="1"/>
          <p:nvPr/>
        </p:nvSpPr>
        <p:spPr>
          <a:xfrm rot="20538125">
            <a:off x="12203659" y="2015159"/>
            <a:ext cx="2077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fr-M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49" name="TextBox 28">
            <a:extLst>
              <a:ext uri="{FF2B5EF4-FFF2-40B4-BE49-F238E27FC236}">
                <a16:creationId xmlns:a16="http://schemas.microsoft.com/office/drawing/2014/main" id="{BB00B3F6-1DD2-44BD-8BF2-5CDECC3E9D25}"/>
              </a:ext>
            </a:extLst>
          </p:cNvPr>
          <p:cNvSpPr txBox="1"/>
          <p:nvPr/>
        </p:nvSpPr>
        <p:spPr>
          <a:xfrm rot="1339690">
            <a:off x="10552151" y="-1094332"/>
            <a:ext cx="1442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Réalisation</a:t>
            </a:r>
            <a:endParaRPr kumimoji="0" lang="en-GB" sz="6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50" name="TextBox 28">
            <a:extLst>
              <a:ext uri="{FF2B5EF4-FFF2-40B4-BE49-F238E27FC236}">
                <a16:creationId xmlns:a16="http://schemas.microsoft.com/office/drawing/2014/main" id="{642D7C72-5352-476F-A3DA-C92D4F32E6DA}"/>
              </a:ext>
            </a:extLst>
          </p:cNvPr>
          <p:cNvSpPr txBox="1"/>
          <p:nvPr/>
        </p:nvSpPr>
        <p:spPr>
          <a:xfrm rot="1485094">
            <a:off x="3298861" y="7966691"/>
            <a:ext cx="144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213AA331-3B5A-4D5C-AD60-D2197F2E4721}"/>
              </a:ext>
            </a:extLst>
          </p:cNvPr>
          <p:cNvSpPr txBox="1"/>
          <p:nvPr/>
        </p:nvSpPr>
        <p:spPr>
          <a:xfrm rot="1490073">
            <a:off x="5885228" y="-2007084"/>
            <a:ext cx="1442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&amp; Conception</a:t>
            </a: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3" name="Zoom de section 12">
                <a:extLst>
                  <a:ext uri="{FF2B5EF4-FFF2-40B4-BE49-F238E27FC236}">
                    <a16:creationId xmlns:a16="http://schemas.microsoft.com/office/drawing/2014/main" id="{45B83E68-1BD5-4CC4-A51D-9A677EE059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7602679"/>
                  </p:ext>
                </p:extLst>
              </p:nvPr>
            </p:nvGraphicFramePr>
            <p:xfrm rot="20972895">
              <a:off x="-1445845" y="1693506"/>
              <a:ext cx="863254" cy="863254"/>
            </p:xfrm>
            <a:graphic>
              <a:graphicData uri="http://schemas.microsoft.com/office/powerpoint/2016/sectionzoom">
                <psez:sectionZm>
                  <psez:sectionZmObj sectionId="{95EB11B6-84B9-4A83-846F-00F7F0B71095}">
                    <psez:zmPr id="{517A5E82-BB28-4E4E-B749-A19B8B3EF2A3}" imageType="cover" transitionDur="1000" showBg="0">
                      <p166:blipFill xmlns:p166="http://schemas.microsoft.com/office/powerpoint/2016/6/main"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0972895">
                          <a:off x="0" y="0"/>
                          <a:ext cx="863254" cy="863254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3" name="Zoom de section 1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5B83E68-1BD5-4CC4-A51D-9A677EE059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0972895">
                <a:off x="-1445845" y="1693506"/>
                <a:ext cx="863254" cy="86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3" name="Zoom de section 22">
                <a:extLst>
                  <a:ext uri="{FF2B5EF4-FFF2-40B4-BE49-F238E27FC236}">
                    <a16:creationId xmlns:a16="http://schemas.microsoft.com/office/drawing/2014/main" id="{E02E47BB-9ED6-45A8-8E23-1C93A0FB00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3166989"/>
                  </p:ext>
                </p:extLst>
              </p:nvPr>
            </p:nvGraphicFramePr>
            <p:xfrm rot="1520078">
              <a:off x="2012666" y="7814567"/>
              <a:ext cx="720342" cy="720342"/>
            </p:xfrm>
            <a:graphic>
              <a:graphicData uri="http://schemas.microsoft.com/office/powerpoint/2016/sectionzoom">
                <psez:sectionZm>
                  <psez:sectionZmObj sectionId="{F9368C20-E2D6-4AAF-82DC-DDE1FDB049B7}">
                    <psez:zmPr id="{5533D41E-48E5-47F7-8594-863C30C8B30D}" imageType="cover" transitionDur="1000" showBg="0">
                      <p166:blipFill xmlns:p166="http://schemas.microsoft.com/office/powerpoint/2016/6/main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520078">
                          <a:off x="0" y="0"/>
                          <a:ext cx="720342" cy="7203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3" name="Zoom de section 2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02E47BB-9ED6-45A8-8E23-1C93A0FB00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20078">
                <a:off x="2012666" y="7814567"/>
                <a:ext cx="720342" cy="720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5" name="Zoom de section 24">
                <a:extLst>
                  <a:ext uri="{FF2B5EF4-FFF2-40B4-BE49-F238E27FC236}">
                    <a16:creationId xmlns:a16="http://schemas.microsoft.com/office/drawing/2014/main" id="{FDC5FEC5-9488-4E6B-966D-D355DA8374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6254824"/>
                  </p:ext>
                </p:extLst>
              </p:nvPr>
            </p:nvGraphicFramePr>
            <p:xfrm rot="1392167">
              <a:off x="7859026" y="-1104880"/>
              <a:ext cx="738659" cy="738659"/>
            </p:xfrm>
            <a:graphic>
              <a:graphicData uri="http://schemas.microsoft.com/office/powerpoint/2016/sectionzoom">
                <psez:sectionZm>
                  <psez:sectionZmObj sectionId="{8AB1DBAC-8BD1-4B76-9157-3DF4E6105B34}">
                    <psez:zmPr id="{6184B760-0C8B-4EAE-9A77-31E0EC27490C}" imageType="cover" transitionDur="1000" showBg="0">
                      <p166:blipFill xmlns:p166="http://schemas.microsoft.com/office/powerpoint/2016/6/main"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392167">
                          <a:off x="0" y="0"/>
                          <a:ext cx="738659" cy="73865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5" name="Zoom de section 2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FDC5FEC5-9488-4E6B-966D-D355DA8374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392167">
                <a:off x="7859026" y="-1104880"/>
                <a:ext cx="738659" cy="738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3" name="Zoom de section 32">
                <a:extLst>
                  <a:ext uri="{FF2B5EF4-FFF2-40B4-BE49-F238E27FC236}">
                    <a16:creationId xmlns:a16="http://schemas.microsoft.com/office/drawing/2014/main" id="{54FF9502-0EC0-4C0C-AA12-D8E08927C0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1150765"/>
                  </p:ext>
                </p:extLst>
              </p:nvPr>
            </p:nvGraphicFramePr>
            <p:xfrm rot="1397774">
              <a:off x="5029093" y="7329402"/>
              <a:ext cx="777892" cy="777892"/>
            </p:xfrm>
            <a:graphic>
              <a:graphicData uri="http://schemas.microsoft.com/office/powerpoint/2016/sectionzoom">
                <psez:sectionZm>
                  <psez:sectionZmObj sectionId="{075B0357-4DEB-4B88-AD87-381A76D5E888}">
                    <psez:zmPr id="{F8A688D6-F29B-4129-BB18-BDFD7BB8988F}" imageType="cover" transitionDur="1000" showBg="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397774">
                          <a:off x="0" y="0"/>
                          <a:ext cx="777892" cy="77789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3" name="Zoom de section 3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54FF9502-0EC0-4C0C-AA12-D8E08927C0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397774">
                <a:off x="5029093" y="7329402"/>
                <a:ext cx="777892" cy="777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5" name="Zoom de section 34">
                <a:extLst>
                  <a:ext uri="{FF2B5EF4-FFF2-40B4-BE49-F238E27FC236}">
                    <a16:creationId xmlns:a16="http://schemas.microsoft.com/office/drawing/2014/main" id="{0691B65C-28FB-4237-8E60-BE84CF9764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092289"/>
                  </p:ext>
                </p:extLst>
              </p:nvPr>
            </p:nvGraphicFramePr>
            <p:xfrm>
              <a:off x="12572614" y="5664506"/>
              <a:ext cx="768000" cy="768000"/>
            </p:xfrm>
            <a:graphic>
              <a:graphicData uri="http://schemas.microsoft.com/office/powerpoint/2016/sectionzoom">
                <psez:sectionZm>
                  <psez:sectionZmObj sectionId="{DB814180-34E1-4726-8953-F14F412E41F3}">
                    <psez:zmPr id="{0186728A-850C-472F-9BF4-ACC84076626D}" imageType="cover" transitionDur="1000" showBg="0">
                      <p166:blipFill xmlns:p166="http://schemas.microsoft.com/office/powerpoint/2016/6/main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2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68000" cy="768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5" name="Zoom de section 3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0691B65C-28FB-4237-8E60-BE84CF9764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572614" y="5664506"/>
                <a:ext cx="768000" cy="76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093F0D26-857B-4634-A635-0B46014CC78E}"/>
              </a:ext>
            </a:extLst>
          </p:cNvPr>
          <p:cNvSpPr txBox="1"/>
          <p:nvPr/>
        </p:nvSpPr>
        <p:spPr>
          <a:xfrm>
            <a:off x="8628034" y="7857445"/>
            <a:ext cx="1902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Perspectives </a:t>
            </a:r>
            <a:endParaRPr lang="en-US" dirty="0">
              <a:effectLst/>
            </a:endParaRPr>
          </a:p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 err="1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d’Amélioration</a:t>
            </a:r>
            <a:endParaRPr lang="en-US" dirty="0">
              <a:effectLst/>
            </a:endParaRPr>
          </a:p>
        </p:txBody>
      </p:sp>
      <p:sp>
        <p:nvSpPr>
          <p:cNvPr id="45" name="Rectangle 42">
            <a:extLst>
              <a:ext uri="{FF2B5EF4-FFF2-40B4-BE49-F238E27FC236}">
                <a16:creationId xmlns:a16="http://schemas.microsoft.com/office/drawing/2014/main" id="{BFF3C078-91E9-4DE4-8B10-852973CCF934}"/>
              </a:ext>
            </a:extLst>
          </p:cNvPr>
          <p:cNvSpPr/>
          <p:nvPr/>
        </p:nvSpPr>
        <p:spPr>
          <a:xfrm>
            <a:off x="0" y="-2438731"/>
            <a:ext cx="12192000" cy="2377277"/>
          </a:xfrm>
          <a:custGeom>
            <a:avLst/>
            <a:gdLst>
              <a:gd name="connsiteX0" fmla="*/ 0 w 12192000"/>
              <a:gd name="connsiteY0" fmla="*/ 0 h 228600"/>
              <a:gd name="connsiteX1" fmla="*/ 12192000 w 12192000"/>
              <a:gd name="connsiteY1" fmla="*/ 0 h 228600"/>
              <a:gd name="connsiteX2" fmla="*/ 12192000 w 12192000"/>
              <a:gd name="connsiteY2" fmla="*/ 228600 h 228600"/>
              <a:gd name="connsiteX3" fmla="*/ 0 w 12192000"/>
              <a:gd name="connsiteY3" fmla="*/ 228600 h 228600"/>
              <a:gd name="connsiteX4" fmla="*/ 0 w 12192000"/>
              <a:gd name="connsiteY4" fmla="*/ 0 h 228600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0 w 12192000"/>
              <a:gd name="connsiteY4" fmla="*/ 233539 h 233539"/>
              <a:gd name="connsiteX5" fmla="*/ 0 w 12192000"/>
              <a:gd name="connsiteY5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86450 w 12192000"/>
              <a:gd name="connsiteY4" fmla="*/ 516733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91213 w 12192000"/>
              <a:gd name="connsiteY4" fmla="*/ 266702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91213 w 12192000"/>
              <a:gd name="connsiteY4" fmla="*/ 266702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1278725 h 1507325"/>
              <a:gd name="connsiteX1" fmla="*/ 5884069 w 12192000"/>
              <a:gd name="connsiteY1" fmla="*/ 990417 h 1507325"/>
              <a:gd name="connsiteX2" fmla="*/ 12192000 w 12192000"/>
              <a:gd name="connsiteY2" fmla="*/ 1278725 h 1507325"/>
              <a:gd name="connsiteX3" fmla="*/ 12192000 w 12192000"/>
              <a:gd name="connsiteY3" fmla="*/ 1507325 h 1507325"/>
              <a:gd name="connsiteX4" fmla="*/ 5891213 w 12192000"/>
              <a:gd name="connsiteY4" fmla="*/ 1257119 h 1507325"/>
              <a:gd name="connsiteX5" fmla="*/ 0 w 12192000"/>
              <a:gd name="connsiteY5" fmla="*/ 1507325 h 1507325"/>
              <a:gd name="connsiteX6" fmla="*/ 0 w 12192000"/>
              <a:gd name="connsiteY6" fmla="*/ 1278725 h 1507325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377277"/>
              <a:gd name="connsiteX1" fmla="*/ 5884069 w 12192000"/>
              <a:gd name="connsiteY1" fmla="*/ 990417 h 2377277"/>
              <a:gd name="connsiteX2" fmla="*/ 12192000 w 12192000"/>
              <a:gd name="connsiteY2" fmla="*/ 1278725 h 2377277"/>
              <a:gd name="connsiteX3" fmla="*/ 12192000 w 12192000"/>
              <a:gd name="connsiteY3" fmla="*/ 1507325 h 2377277"/>
              <a:gd name="connsiteX4" fmla="*/ 5891213 w 12192000"/>
              <a:gd name="connsiteY4" fmla="*/ 1257119 h 2377277"/>
              <a:gd name="connsiteX5" fmla="*/ 0 w 12192000"/>
              <a:gd name="connsiteY5" fmla="*/ 1507325 h 2377277"/>
              <a:gd name="connsiteX6" fmla="*/ 0 w 12192000"/>
              <a:gd name="connsiteY6" fmla="*/ 1278725 h 2377277"/>
              <a:gd name="connsiteX0" fmla="*/ 0 w 12192000"/>
              <a:gd name="connsiteY0" fmla="*/ 1278725 h 2377277"/>
              <a:gd name="connsiteX1" fmla="*/ 5884069 w 12192000"/>
              <a:gd name="connsiteY1" fmla="*/ 990417 h 2377277"/>
              <a:gd name="connsiteX2" fmla="*/ 12192000 w 12192000"/>
              <a:gd name="connsiteY2" fmla="*/ 1278725 h 2377277"/>
              <a:gd name="connsiteX3" fmla="*/ 12192000 w 12192000"/>
              <a:gd name="connsiteY3" fmla="*/ 1507325 h 2377277"/>
              <a:gd name="connsiteX4" fmla="*/ 5891213 w 12192000"/>
              <a:gd name="connsiteY4" fmla="*/ 1257119 h 2377277"/>
              <a:gd name="connsiteX5" fmla="*/ 0 w 12192000"/>
              <a:gd name="connsiteY5" fmla="*/ 1507325 h 2377277"/>
              <a:gd name="connsiteX6" fmla="*/ 0 w 12192000"/>
              <a:gd name="connsiteY6" fmla="*/ 1278725 h 237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377277">
                <a:moveTo>
                  <a:pt x="0" y="1278725"/>
                </a:moveTo>
                <a:cubicBezTo>
                  <a:pt x="1961356" y="1182622"/>
                  <a:pt x="1927659" y="-1351880"/>
                  <a:pt x="5884069" y="990417"/>
                </a:cubicBezTo>
                <a:cubicBezTo>
                  <a:pt x="10508240" y="3511066"/>
                  <a:pt x="10089356" y="1182622"/>
                  <a:pt x="12192000" y="1278725"/>
                </a:cubicBezTo>
                <a:lnTo>
                  <a:pt x="12192000" y="1507325"/>
                </a:lnTo>
                <a:cubicBezTo>
                  <a:pt x="10091738" y="1423923"/>
                  <a:pt x="10706966" y="3668085"/>
                  <a:pt x="5891213" y="1257119"/>
                </a:cubicBezTo>
                <a:cubicBezTo>
                  <a:pt x="2043257" y="-1208715"/>
                  <a:pt x="1963738" y="1423923"/>
                  <a:pt x="0" y="1507325"/>
                </a:cubicBezTo>
                <a:lnTo>
                  <a:pt x="0" y="127872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6A4FAC4B-65DE-4CAB-A691-AC252C3FE9DB}"/>
              </a:ext>
            </a:extLst>
          </p:cNvPr>
          <p:cNvGrpSpPr/>
          <p:nvPr/>
        </p:nvGrpSpPr>
        <p:grpSpPr>
          <a:xfrm>
            <a:off x="741708" y="7964683"/>
            <a:ext cx="396701" cy="396701"/>
            <a:chOff x="1236473" y="3706812"/>
            <a:chExt cx="625476" cy="625475"/>
          </a:xfrm>
        </p:grpSpPr>
        <p:sp>
          <p:nvSpPr>
            <p:cNvPr id="54" name="Oval 20">
              <a:extLst>
                <a:ext uri="{FF2B5EF4-FFF2-40B4-BE49-F238E27FC236}">
                  <a16:creationId xmlns:a16="http://schemas.microsoft.com/office/drawing/2014/main" id="{1E7CDC60-6564-467F-85B3-D08CF77BEE08}"/>
                </a:ext>
              </a:extLst>
            </p:cNvPr>
            <p:cNvSpPr/>
            <p:nvPr/>
          </p:nvSpPr>
          <p:spPr>
            <a:xfrm>
              <a:off x="1236474" y="3706812"/>
              <a:ext cx="625475" cy="625475"/>
            </a:xfrm>
            <a:prstGeom prst="ellips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38">
              <a:extLst>
                <a:ext uri="{FF2B5EF4-FFF2-40B4-BE49-F238E27FC236}">
                  <a16:creationId xmlns:a16="http://schemas.microsoft.com/office/drawing/2014/main" id="{0FA9BC41-B70E-438D-97ED-8FC1EF3CBC45}"/>
                </a:ext>
              </a:extLst>
            </p:cNvPr>
            <p:cNvSpPr txBox="1"/>
            <p:nvPr/>
          </p:nvSpPr>
          <p:spPr>
            <a:xfrm>
              <a:off x="1236473" y="3781022"/>
              <a:ext cx="625476" cy="48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01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B67352DD-D492-4D46-A564-D80AD5F99A6E}"/>
              </a:ext>
            </a:extLst>
          </p:cNvPr>
          <p:cNvGrpSpPr/>
          <p:nvPr/>
        </p:nvGrpSpPr>
        <p:grpSpPr>
          <a:xfrm>
            <a:off x="1883864" y="7301995"/>
            <a:ext cx="396701" cy="396700"/>
            <a:chOff x="3331970" y="3706812"/>
            <a:chExt cx="625476" cy="625475"/>
          </a:xfrm>
        </p:grpSpPr>
        <p:sp>
          <p:nvSpPr>
            <p:cNvPr id="57" name="Oval 21">
              <a:extLst>
                <a:ext uri="{FF2B5EF4-FFF2-40B4-BE49-F238E27FC236}">
                  <a16:creationId xmlns:a16="http://schemas.microsoft.com/office/drawing/2014/main" id="{8B4E6997-2C71-4409-8169-D76DBC0F19B0}"/>
                </a:ext>
              </a:extLst>
            </p:cNvPr>
            <p:cNvSpPr/>
            <p:nvPr/>
          </p:nvSpPr>
          <p:spPr>
            <a:xfrm>
              <a:off x="3331971" y="3706812"/>
              <a:ext cx="625475" cy="625475"/>
            </a:xfrm>
            <a:prstGeom prst="ellipse">
              <a:avLst/>
            </a:prstGeom>
            <a:solidFill>
              <a:schemeClr val="accent2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42">
              <a:extLst>
                <a:ext uri="{FF2B5EF4-FFF2-40B4-BE49-F238E27FC236}">
                  <a16:creationId xmlns:a16="http://schemas.microsoft.com/office/drawing/2014/main" id="{50769D36-0353-4405-B750-9E943B344342}"/>
                </a:ext>
              </a:extLst>
            </p:cNvPr>
            <p:cNvSpPr txBox="1"/>
            <p:nvPr/>
          </p:nvSpPr>
          <p:spPr>
            <a:xfrm>
              <a:off x="3331970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2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D2B2686F-CAB2-4D7F-846C-680115146029}"/>
              </a:ext>
            </a:extLst>
          </p:cNvPr>
          <p:cNvGrpSpPr/>
          <p:nvPr/>
        </p:nvGrpSpPr>
        <p:grpSpPr>
          <a:xfrm>
            <a:off x="3406487" y="6900190"/>
            <a:ext cx="401094" cy="396700"/>
            <a:chOff x="5522724" y="3706812"/>
            <a:chExt cx="632403" cy="625475"/>
          </a:xfrm>
        </p:grpSpPr>
        <p:sp>
          <p:nvSpPr>
            <p:cNvPr id="60" name="Oval 22">
              <a:extLst>
                <a:ext uri="{FF2B5EF4-FFF2-40B4-BE49-F238E27FC236}">
                  <a16:creationId xmlns:a16="http://schemas.microsoft.com/office/drawing/2014/main" id="{B6A77021-1B55-48EC-8849-595CD02D7348}"/>
                </a:ext>
              </a:extLst>
            </p:cNvPr>
            <p:cNvSpPr/>
            <p:nvPr/>
          </p:nvSpPr>
          <p:spPr>
            <a:xfrm>
              <a:off x="5522724" y="3706812"/>
              <a:ext cx="625475" cy="625475"/>
            </a:xfrm>
            <a:prstGeom prst="ellipse">
              <a:avLst/>
            </a:prstGeom>
            <a:solidFill>
              <a:schemeClr val="accent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43">
              <a:extLst>
                <a:ext uri="{FF2B5EF4-FFF2-40B4-BE49-F238E27FC236}">
                  <a16:creationId xmlns:a16="http://schemas.microsoft.com/office/drawing/2014/main" id="{B4F5E089-D082-443E-BCA2-F789F48CE01A}"/>
                </a:ext>
              </a:extLst>
            </p:cNvPr>
            <p:cNvSpPr txBox="1"/>
            <p:nvPr/>
          </p:nvSpPr>
          <p:spPr>
            <a:xfrm>
              <a:off x="5529650" y="3781022"/>
              <a:ext cx="625477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03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3406DB3E-1F71-4038-AFBA-05A9B34CBA4E}"/>
              </a:ext>
            </a:extLst>
          </p:cNvPr>
          <p:cNvGrpSpPr/>
          <p:nvPr/>
        </p:nvGrpSpPr>
        <p:grpSpPr>
          <a:xfrm>
            <a:off x="6312896" y="8085503"/>
            <a:ext cx="396701" cy="396700"/>
            <a:chOff x="7732524" y="3706812"/>
            <a:chExt cx="625476" cy="625475"/>
          </a:xfrm>
        </p:grpSpPr>
        <p:sp>
          <p:nvSpPr>
            <p:cNvPr id="63" name="Oval 25">
              <a:extLst>
                <a:ext uri="{FF2B5EF4-FFF2-40B4-BE49-F238E27FC236}">
                  <a16:creationId xmlns:a16="http://schemas.microsoft.com/office/drawing/2014/main" id="{AEE39A85-304A-4C06-90C5-DB3A413D663E}"/>
                </a:ext>
              </a:extLst>
            </p:cNvPr>
            <p:cNvSpPr/>
            <p:nvPr/>
          </p:nvSpPr>
          <p:spPr>
            <a:xfrm>
              <a:off x="7732524" y="3706812"/>
              <a:ext cx="625475" cy="625475"/>
            </a:xfrm>
            <a:prstGeom prst="ellipse">
              <a:avLst/>
            </a:prstGeom>
            <a:solidFill>
              <a:schemeClr val="accent5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TextBox 44">
              <a:extLst>
                <a:ext uri="{FF2B5EF4-FFF2-40B4-BE49-F238E27FC236}">
                  <a16:creationId xmlns:a16="http://schemas.microsoft.com/office/drawing/2014/main" id="{0AF184AB-FE84-4566-9A4C-DF2060B9E890}"/>
                </a:ext>
              </a:extLst>
            </p:cNvPr>
            <p:cNvSpPr txBox="1"/>
            <p:nvPr/>
          </p:nvSpPr>
          <p:spPr>
            <a:xfrm>
              <a:off x="7732524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5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62D4795D-AB2A-4B22-BFA5-14BB0CF344DE}"/>
              </a:ext>
            </a:extLst>
          </p:cNvPr>
          <p:cNvGrpSpPr/>
          <p:nvPr/>
        </p:nvGrpSpPr>
        <p:grpSpPr>
          <a:xfrm>
            <a:off x="4886517" y="7308851"/>
            <a:ext cx="396701" cy="396700"/>
            <a:chOff x="10189973" y="3706812"/>
            <a:chExt cx="625476" cy="625475"/>
          </a:xfrm>
        </p:grpSpPr>
        <p:sp>
          <p:nvSpPr>
            <p:cNvPr id="66" name="Oval 26">
              <a:extLst>
                <a:ext uri="{FF2B5EF4-FFF2-40B4-BE49-F238E27FC236}">
                  <a16:creationId xmlns:a16="http://schemas.microsoft.com/office/drawing/2014/main" id="{AF053F0C-3632-490D-8CDD-CA40E12ED624}"/>
                </a:ext>
              </a:extLst>
            </p:cNvPr>
            <p:cNvSpPr/>
            <p:nvPr/>
          </p:nvSpPr>
          <p:spPr>
            <a:xfrm>
              <a:off x="10189974" y="3706812"/>
              <a:ext cx="625475" cy="625475"/>
            </a:xfrm>
            <a:prstGeom prst="ellipse">
              <a:avLst/>
            </a:prstGeom>
            <a:solidFill>
              <a:schemeClr val="accent6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Box 45">
              <a:extLst>
                <a:ext uri="{FF2B5EF4-FFF2-40B4-BE49-F238E27FC236}">
                  <a16:creationId xmlns:a16="http://schemas.microsoft.com/office/drawing/2014/main" id="{9F6EF5F1-9E39-4E5B-996A-024900777927}"/>
                </a:ext>
              </a:extLst>
            </p:cNvPr>
            <p:cNvSpPr txBox="1"/>
            <p:nvPr/>
          </p:nvSpPr>
          <p:spPr>
            <a:xfrm>
              <a:off x="10189973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4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88329E13-0098-4AE0-8055-0492089C607F}"/>
              </a:ext>
            </a:extLst>
          </p:cNvPr>
          <p:cNvGrpSpPr/>
          <p:nvPr/>
        </p:nvGrpSpPr>
        <p:grpSpPr>
          <a:xfrm>
            <a:off x="9518574" y="9013060"/>
            <a:ext cx="401094" cy="396700"/>
            <a:chOff x="5522724" y="3706812"/>
            <a:chExt cx="632403" cy="625475"/>
          </a:xfrm>
        </p:grpSpPr>
        <p:sp>
          <p:nvSpPr>
            <p:cNvPr id="69" name="Oval 22">
              <a:extLst>
                <a:ext uri="{FF2B5EF4-FFF2-40B4-BE49-F238E27FC236}">
                  <a16:creationId xmlns:a16="http://schemas.microsoft.com/office/drawing/2014/main" id="{C559228C-9702-4F3E-9FD8-8CA54B779F3A}"/>
                </a:ext>
              </a:extLst>
            </p:cNvPr>
            <p:cNvSpPr/>
            <p:nvPr/>
          </p:nvSpPr>
          <p:spPr>
            <a:xfrm>
              <a:off x="5522724" y="3706812"/>
              <a:ext cx="625475" cy="625475"/>
            </a:xfrm>
            <a:prstGeom prst="ellipse">
              <a:avLst/>
            </a:prstGeom>
            <a:solidFill>
              <a:schemeClr val="accent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Box 43">
              <a:extLst>
                <a:ext uri="{FF2B5EF4-FFF2-40B4-BE49-F238E27FC236}">
                  <a16:creationId xmlns:a16="http://schemas.microsoft.com/office/drawing/2014/main" id="{32EF394F-C92D-4734-9A93-C5C09B4B8C97}"/>
                </a:ext>
              </a:extLst>
            </p:cNvPr>
            <p:cNvSpPr txBox="1"/>
            <p:nvPr/>
          </p:nvSpPr>
          <p:spPr>
            <a:xfrm>
              <a:off x="5529650" y="3781022"/>
              <a:ext cx="625477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fr-FR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7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71" name="Groupe 2">
            <a:extLst>
              <a:ext uri="{FF2B5EF4-FFF2-40B4-BE49-F238E27FC236}">
                <a16:creationId xmlns:a16="http://schemas.microsoft.com/office/drawing/2014/main" id="{E23956CD-68FF-4AEA-95A0-CB57BF2AD700}"/>
              </a:ext>
            </a:extLst>
          </p:cNvPr>
          <p:cNvGrpSpPr/>
          <p:nvPr/>
        </p:nvGrpSpPr>
        <p:grpSpPr>
          <a:xfrm>
            <a:off x="7761933" y="8730219"/>
            <a:ext cx="396701" cy="396700"/>
            <a:chOff x="3331970" y="3706812"/>
            <a:chExt cx="625476" cy="625475"/>
          </a:xfrm>
        </p:grpSpPr>
        <p:sp>
          <p:nvSpPr>
            <p:cNvPr id="72" name="Oval 21">
              <a:extLst>
                <a:ext uri="{FF2B5EF4-FFF2-40B4-BE49-F238E27FC236}">
                  <a16:creationId xmlns:a16="http://schemas.microsoft.com/office/drawing/2014/main" id="{9861F186-13AC-4416-89FC-50DBD661A88F}"/>
                </a:ext>
              </a:extLst>
            </p:cNvPr>
            <p:cNvSpPr/>
            <p:nvPr/>
          </p:nvSpPr>
          <p:spPr>
            <a:xfrm>
              <a:off x="3331971" y="3706812"/>
              <a:ext cx="625475" cy="625475"/>
            </a:xfrm>
            <a:prstGeom prst="ellipse">
              <a:avLst/>
            </a:prstGeom>
            <a:solidFill>
              <a:schemeClr val="accent2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1CF163B3-E4FF-4525-BBAC-1E4B8397E58C}"/>
                </a:ext>
              </a:extLst>
            </p:cNvPr>
            <p:cNvSpPr txBox="1"/>
            <p:nvPr/>
          </p:nvSpPr>
          <p:spPr>
            <a:xfrm>
              <a:off x="3331970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en-US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6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74" name="Groupe 27">
            <a:extLst>
              <a:ext uri="{FF2B5EF4-FFF2-40B4-BE49-F238E27FC236}">
                <a16:creationId xmlns:a16="http://schemas.microsoft.com/office/drawing/2014/main" id="{9710B123-3776-4D57-B29F-6E157319B5A1}"/>
              </a:ext>
            </a:extLst>
          </p:cNvPr>
          <p:cNvGrpSpPr/>
          <p:nvPr/>
        </p:nvGrpSpPr>
        <p:grpSpPr>
          <a:xfrm>
            <a:off x="11110340" y="8386755"/>
            <a:ext cx="396701" cy="396700"/>
            <a:chOff x="10189973" y="3706812"/>
            <a:chExt cx="625476" cy="625475"/>
          </a:xfrm>
        </p:grpSpPr>
        <p:sp>
          <p:nvSpPr>
            <p:cNvPr id="75" name="Oval 26">
              <a:extLst>
                <a:ext uri="{FF2B5EF4-FFF2-40B4-BE49-F238E27FC236}">
                  <a16:creationId xmlns:a16="http://schemas.microsoft.com/office/drawing/2014/main" id="{9BCD607D-3813-4996-94C3-FDBD8EB0098C}"/>
                </a:ext>
              </a:extLst>
            </p:cNvPr>
            <p:cNvSpPr/>
            <p:nvPr/>
          </p:nvSpPr>
          <p:spPr>
            <a:xfrm>
              <a:off x="10189974" y="3706812"/>
              <a:ext cx="625475" cy="625475"/>
            </a:xfrm>
            <a:prstGeom prst="ellipse">
              <a:avLst/>
            </a:prstGeom>
            <a:solidFill>
              <a:schemeClr val="accent6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TextBox 45">
              <a:extLst>
                <a:ext uri="{FF2B5EF4-FFF2-40B4-BE49-F238E27FC236}">
                  <a16:creationId xmlns:a16="http://schemas.microsoft.com/office/drawing/2014/main" id="{40A7B0C2-E6F5-448F-9B3B-B9F2F4C6D794}"/>
                </a:ext>
              </a:extLst>
            </p:cNvPr>
            <p:cNvSpPr txBox="1"/>
            <p:nvPr/>
          </p:nvSpPr>
          <p:spPr>
            <a:xfrm>
              <a:off x="10189973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en-US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8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77" name="Zoom de section 76">
                <a:extLst>
                  <a:ext uri="{FF2B5EF4-FFF2-40B4-BE49-F238E27FC236}">
                    <a16:creationId xmlns:a16="http://schemas.microsoft.com/office/drawing/2014/main" id="{6C0C7321-F2AE-4E9F-B547-9D940847DB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6888691"/>
                  </p:ext>
                </p:extLst>
              </p:nvPr>
            </p:nvGraphicFramePr>
            <p:xfrm rot="19835160">
              <a:off x="3013044" y="-1225865"/>
              <a:ext cx="1214420" cy="855096"/>
            </p:xfrm>
            <a:graphic>
              <a:graphicData uri="http://schemas.microsoft.com/office/powerpoint/2016/sectionzoom">
                <psez:sectionZm>
                  <psez:sectionZmObj sectionId="{09C8C2CC-03A4-456A-A9F2-64EAE9BB6BB5}">
                    <psez:zmPr id="{E41097CC-30DB-4402-8B26-5E955AC1D1BF}" imageType="cover" transitionDur="1000" showBg="0">
                      <p166:blipFill xmlns:p166="http://schemas.microsoft.com/office/powerpoint/2016/6/main"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9835160">
                          <a:off x="0" y="0"/>
                          <a:ext cx="1214420" cy="855096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77" name="Zoom de section 7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6C0C7321-F2AE-4E9F-B547-9D940847DB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835160">
                <a:off x="3013044" y="-1225865"/>
                <a:ext cx="1214420" cy="855096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TextBox 28">
            <a:extLst>
              <a:ext uri="{FF2B5EF4-FFF2-40B4-BE49-F238E27FC236}">
                <a16:creationId xmlns:a16="http://schemas.microsoft.com/office/drawing/2014/main" id="{0D7A5126-4607-40C7-9F3F-5F7F1E9D3A88}"/>
              </a:ext>
            </a:extLst>
          </p:cNvPr>
          <p:cNvSpPr txBox="1"/>
          <p:nvPr/>
        </p:nvSpPr>
        <p:spPr>
          <a:xfrm rot="20297052">
            <a:off x="-834211" y="-835890"/>
            <a:ext cx="14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lang="en-US" sz="2000" dirty="0"/>
          </a:p>
        </p:txBody>
      </p:sp>
      <p:sp>
        <p:nvSpPr>
          <p:cNvPr id="79" name="TextBox 46">
            <a:extLst>
              <a:ext uri="{FF2B5EF4-FFF2-40B4-BE49-F238E27FC236}">
                <a16:creationId xmlns:a16="http://schemas.microsoft.com/office/drawing/2014/main" id="{17FC9865-F531-479B-B7AD-EFE7920CB56F}"/>
              </a:ext>
            </a:extLst>
          </p:cNvPr>
          <p:cNvSpPr txBox="1"/>
          <p:nvPr/>
        </p:nvSpPr>
        <p:spPr>
          <a:xfrm>
            <a:off x="2454823" y="7359258"/>
            <a:ext cx="1687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endParaRPr lang="fr-MA" sz="96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80" name="Zoom de section 79">
                <a:extLst>
                  <a:ext uri="{FF2B5EF4-FFF2-40B4-BE49-F238E27FC236}">
                    <a16:creationId xmlns:a16="http://schemas.microsoft.com/office/drawing/2014/main" id="{E67D5F2E-BE0A-4E34-9FE2-C003B2F805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0864703"/>
                  </p:ext>
                </p:extLst>
              </p:nvPr>
            </p:nvGraphicFramePr>
            <p:xfrm rot="20345414">
              <a:off x="3546873" y="7089990"/>
              <a:ext cx="834421" cy="834421"/>
            </p:xfrm>
            <a:graphic>
              <a:graphicData uri="http://schemas.microsoft.com/office/powerpoint/2016/sectionzoom">
                <psez:sectionZm>
                  <psez:sectionZmObj sectionId="{F68EC673-7BFF-49EA-8D55-BB3A4D0C10CE}">
                    <psez:zmPr id="{FE3D263E-2CB3-4C5D-916E-3CC43E662CB1}" imageType="cover" transitionDur="1000" showBg="0">
                      <p166:blipFill xmlns:p166="http://schemas.microsoft.com/office/powerpoint/2016/6/main"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0345414">
                          <a:off x="0" y="0"/>
                          <a:ext cx="834421" cy="834421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80" name="Zoom de section 79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E67D5F2E-BE0A-4E34-9FE2-C003B2F805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345414">
                <a:off x="3546873" y="7089990"/>
                <a:ext cx="834421" cy="8344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81" name="Zoom de section 80">
                <a:extLst>
                  <a:ext uri="{FF2B5EF4-FFF2-40B4-BE49-F238E27FC236}">
                    <a16:creationId xmlns:a16="http://schemas.microsoft.com/office/drawing/2014/main" id="{97A2B17B-D721-4E37-8A2A-CE14F41AFE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7048802"/>
                  </p:ext>
                </p:extLst>
              </p:nvPr>
            </p:nvGraphicFramePr>
            <p:xfrm>
              <a:off x="9180214" y="-1533377"/>
              <a:ext cx="735060" cy="735060"/>
            </p:xfrm>
            <a:graphic>
              <a:graphicData uri="http://schemas.microsoft.com/office/powerpoint/2016/sectionzoom">
                <psez:sectionZm>
                  <psez:sectionZmObj sectionId="{3F469CD4-B33A-4618-BA33-86DD28318677}">
                    <psez:zmPr id="{418992A1-1288-4D00-AD44-A5A0F10E4DE5}" imageType="cover" transitionDur="1000" showBg="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35060" cy="73506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81" name="Zoom de section 8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97A2B17B-D721-4E37-8A2A-CE14F41AFE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0214" y="-1533377"/>
                <a:ext cx="735060" cy="735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968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1" name="Zoom de section 20">
                <a:extLst>
                  <a:ext uri="{FF2B5EF4-FFF2-40B4-BE49-F238E27FC236}">
                    <a16:creationId xmlns:a16="http://schemas.microsoft.com/office/drawing/2014/main" id="{A1B70C00-5301-450C-BAE3-EFAA98CC29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48887"/>
                  </p:ext>
                </p:extLst>
              </p:nvPr>
            </p:nvGraphicFramePr>
            <p:xfrm rot="19835160">
              <a:off x="2780730" y="1477240"/>
              <a:ext cx="1214420" cy="855096"/>
            </p:xfrm>
            <a:graphic>
              <a:graphicData uri="http://schemas.microsoft.com/office/powerpoint/2016/sectionzoom">
                <psez:sectionZm>
                  <psez:sectionZmObj sectionId="{09C8C2CC-03A4-456A-A9F2-64EAE9BB6BB5}">
                    <psez:zmPr id="{E41097CC-30DB-4402-8B26-5E955AC1D1BF}" imageType="cover" transitionDur="1000" showBg="0">
                      <p166:blipFill xmlns:p166="http://schemas.microsoft.com/office/powerpoint/2016/6/main"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9835160">
                          <a:off x="0" y="0"/>
                          <a:ext cx="1214420" cy="855096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1" name="Zoom de section 2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1B70C00-5301-450C-BAE3-EFAA98CC29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835160">
                <a:off x="2780730" y="1477240"/>
                <a:ext cx="1214420" cy="855096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E59A06A4-3761-4445-8B66-81C607B261D5}"/>
              </a:ext>
            </a:extLst>
          </p:cNvPr>
          <p:cNvSpPr/>
          <p:nvPr/>
        </p:nvSpPr>
        <p:spPr>
          <a:xfrm>
            <a:off x="0" y="2618805"/>
            <a:ext cx="12192000" cy="2377277"/>
          </a:xfrm>
          <a:custGeom>
            <a:avLst/>
            <a:gdLst>
              <a:gd name="connsiteX0" fmla="*/ 0 w 12192000"/>
              <a:gd name="connsiteY0" fmla="*/ 0 h 228600"/>
              <a:gd name="connsiteX1" fmla="*/ 12192000 w 12192000"/>
              <a:gd name="connsiteY1" fmla="*/ 0 h 228600"/>
              <a:gd name="connsiteX2" fmla="*/ 12192000 w 12192000"/>
              <a:gd name="connsiteY2" fmla="*/ 228600 h 228600"/>
              <a:gd name="connsiteX3" fmla="*/ 0 w 12192000"/>
              <a:gd name="connsiteY3" fmla="*/ 228600 h 228600"/>
              <a:gd name="connsiteX4" fmla="*/ 0 w 12192000"/>
              <a:gd name="connsiteY4" fmla="*/ 0 h 228600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0 w 12192000"/>
              <a:gd name="connsiteY4" fmla="*/ 233539 h 233539"/>
              <a:gd name="connsiteX5" fmla="*/ 0 w 12192000"/>
              <a:gd name="connsiteY5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4939 h 233539"/>
              <a:gd name="connsiteX1" fmla="*/ 5884069 w 12192000"/>
              <a:gd name="connsiteY1" fmla="*/ 0 h 233539"/>
              <a:gd name="connsiteX2" fmla="*/ 12192000 w 12192000"/>
              <a:gd name="connsiteY2" fmla="*/ 4939 h 233539"/>
              <a:gd name="connsiteX3" fmla="*/ 12192000 w 12192000"/>
              <a:gd name="connsiteY3" fmla="*/ 233539 h 233539"/>
              <a:gd name="connsiteX4" fmla="*/ 5886450 w 12192000"/>
              <a:gd name="connsiteY4" fmla="*/ 233364 h 233539"/>
              <a:gd name="connsiteX5" fmla="*/ 0 w 12192000"/>
              <a:gd name="connsiteY5" fmla="*/ 233539 h 233539"/>
              <a:gd name="connsiteX6" fmla="*/ 0 w 12192000"/>
              <a:gd name="connsiteY6" fmla="*/ 4939 h 233539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86450 w 12192000"/>
              <a:gd name="connsiteY4" fmla="*/ 516733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91213 w 12192000"/>
              <a:gd name="connsiteY4" fmla="*/ 266702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288308 h 516908"/>
              <a:gd name="connsiteX1" fmla="*/ 5884069 w 12192000"/>
              <a:gd name="connsiteY1" fmla="*/ 0 h 516908"/>
              <a:gd name="connsiteX2" fmla="*/ 12192000 w 12192000"/>
              <a:gd name="connsiteY2" fmla="*/ 288308 h 516908"/>
              <a:gd name="connsiteX3" fmla="*/ 12192000 w 12192000"/>
              <a:gd name="connsiteY3" fmla="*/ 516908 h 516908"/>
              <a:gd name="connsiteX4" fmla="*/ 5891213 w 12192000"/>
              <a:gd name="connsiteY4" fmla="*/ 266702 h 516908"/>
              <a:gd name="connsiteX5" fmla="*/ 0 w 12192000"/>
              <a:gd name="connsiteY5" fmla="*/ 516908 h 516908"/>
              <a:gd name="connsiteX6" fmla="*/ 0 w 12192000"/>
              <a:gd name="connsiteY6" fmla="*/ 288308 h 516908"/>
              <a:gd name="connsiteX0" fmla="*/ 0 w 12192000"/>
              <a:gd name="connsiteY0" fmla="*/ 1278725 h 1507325"/>
              <a:gd name="connsiteX1" fmla="*/ 5884069 w 12192000"/>
              <a:gd name="connsiteY1" fmla="*/ 990417 h 1507325"/>
              <a:gd name="connsiteX2" fmla="*/ 12192000 w 12192000"/>
              <a:gd name="connsiteY2" fmla="*/ 1278725 h 1507325"/>
              <a:gd name="connsiteX3" fmla="*/ 12192000 w 12192000"/>
              <a:gd name="connsiteY3" fmla="*/ 1507325 h 1507325"/>
              <a:gd name="connsiteX4" fmla="*/ 5891213 w 12192000"/>
              <a:gd name="connsiteY4" fmla="*/ 1257119 h 1507325"/>
              <a:gd name="connsiteX5" fmla="*/ 0 w 12192000"/>
              <a:gd name="connsiteY5" fmla="*/ 1507325 h 1507325"/>
              <a:gd name="connsiteX6" fmla="*/ 0 w 12192000"/>
              <a:gd name="connsiteY6" fmla="*/ 1278725 h 1507325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167011"/>
              <a:gd name="connsiteX1" fmla="*/ 5884069 w 12192000"/>
              <a:gd name="connsiteY1" fmla="*/ 990417 h 2167011"/>
              <a:gd name="connsiteX2" fmla="*/ 12192000 w 12192000"/>
              <a:gd name="connsiteY2" fmla="*/ 1278725 h 2167011"/>
              <a:gd name="connsiteX3" fmla="*/ 12192000 w 12192000"/>
              <a:gd name="connsiteY3" fmla="*/ 1507325 h 2167011"/>
              <a:gd name="connsiteX4" fmla="*/ 5891213 w 12192000"/>
              <a:gd name="connsiteY4" fmla="*/ 1257119 h 2167011"/>
              <a:gd name="connsiteX5" fmla="*/ 0 w 12192000"/>
              <a:gd name="connsiteY5" fmla="*/ 1507325 h 2167011"/>
              <a:gd name="connsiteX6" fmla="*/ 0 w 12192000"/>
              <a:gd name="connsiteY6" fmla="*/ 1278725 h 2167011"/>
              <a:gd name="connsiteX0" fmla="*/ 0 w 12192000"/>
              <a:gd name="connsiteY0" fmla="*/ 1278725 h 2377277"/>
              <a:gd name="connsiteX1" fmla="*/ 5884069 w 12192000"/>
              <a:gd name="connsiteY1" fmla="*/ 990417 h 2377277"/>
              <a:gd name="connsiteX2" fmla="*/ 12192000 w 12192000"/>
              <a:gd name="connsiteY2" fmla="*/ 1278725 h 2377277"/>
              <a:gd name="connsiteX3" fmla="*/ 12192000 w 12192000"/>
              <a:gd name="connsiteY3" fmla="*/ 1507325 h 2377277"/>
              <a:gd name="connsiteX4" fmla="*/ 5891213 w 12192000"/>
              <a:gd name="connsiteY4" fmla="*/ 1257119 h 2377277"/>
              <a:gd name="connsiteX5" fmla="*/ 0 w 12192000"/>
              <a:gd name="connsiteY5" fmla="*/ 1507325 h 2377277"/>
              <a:gd name="connsiteX6" fmla="*/ 0 w 12192000"/>
              <a:gd name="connsiteY6" fmla="*/ 1278725 h 2377277"/>
              <a:gd name="connsiteX0" fmla="*/ 0 w 12192000"/>
              <a:gd name="connsiteY0" fmla="*/ 1278725 h 2377277"/>
              <a:gd name="connsiteX1" fmla="*/ 5884069 w 12192000"/>
              <a:gd name="connsiteY1" fmla="*/ 990417 h 2377277"/>
              <a:gd name="connsiteX2" fmla="*/ 12192000 w 12192000"/>
              <a:gd name="connsiteY2" fmla="*/ 1278725 h 2377277"/>
              <a:gd name="connsiteX3" fmla="*/ 12192000 w 12192000"/>
              <a:gd name="connsiteY3" fmla="*/ 1507325 h 2377277"/>
              <a:gd name="connsiteX4" fmla="*/ 5891213 w 12192000"/>
              <a:gd name="connsiteY4" fmla="*/ 1257119 h 2377277"/>
              <a:gd name="connsiteX5" fmla="*/ 0 w 12192000"/>
              <a:gd name="connsiteY5" fmla="*/ 1507325 h 2377277"/>
              <a:gd name="connsiteX6" fmla="*/ 0 w 12192000"/>
              <a:gd name="connsiteY6" fmla="*/ 1278725 h 237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377277">
                <a:moveTo>
                  <a:pt x="0" y="1278725"/>
                </a:moveTo>
                <a:cubicBezTo>
                  <a:pt x="1961356" y="1182622"/>
                  <a:pt x="1927659" y="-1351880"/>
                  <a:pt x="5884069" y="990417"/>
                </a:cubicBezTo>
                <a:cubicBezTo>
                  <a:pt x="10508240" y="3511066"/>
                  <a:pt x="10089356" y="1182622"/>
                  <a:pt x="12192000" y="1278725"/>
                </a:cubicBezTo>
                <a:lnTo>
                  <a:pt x="12192000" y="1507325"/>
                </a:lnTo>
                <a:cubicBezTo>
                  <a:pt x="10091738" y="1423923"/>
                  <a:pt x="10706966" y="3668085"/>
                  <a:pt x="5891213" y="1257119"/>
                </a:cubicBezTo>
                <a:cubicBezTo>
                  <a:pt x="2043257" y="-1208715"/>
                  <a:pt x="1963738" y="1423923"/>
                  <a:pt x="0" y="1507325"/>
                </a:cubicBezTo>
                <a:lnTo>
                  <a:pt x="0" y="127872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D9D497-EDE4-4014-A0F7-B9953A0FC11E}"/>
              </a:ext>
            </a:extLst>
          </p:cNvPr>
          <p:cNvSpPr txBox="1"/>
          <p:nvPr/>
        </p:nvSpPr>
        <p:spPr>
          <a:xfrm>
            <a:off x="5352325" y="12412"/>
            <a:ext cx="1524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Noto Sans" panose="020B0502040504020204" pitchFamily="34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B9FB5E69-956C-4F5E-958E-1775A95DABC9}"/>
              </a:ext>
            </a:extLst>
          </p:cNvPr>
          <p:cNvSpPr txBox="1"/>
          <p:nvPr/>
        </p:nvSpPr>
        <p:spPr>
          <a:xfrm rot="20760438">
            <a:off x="-349390" y="4044977"/>
            <a:ext cx="227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fr-M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DBF6F213-C300-4052-B368-8D49B1C30188}"/>
              </a:ext>
            </a:extLst>
          </p:cNvPr>
          <p:cNvSpPr txBox="1"/>
          <p:nvPr/>
        </p:nvSpPr>
        <p:spPr>
          <a:xfrm rot="20538125">
            <a:off x="9919151" y="3410160"/>
            <a:ext cx="2077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fr-MA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16562DF-FEAB-4688-9205-AC49D4AC4456}"/>
              </a:ext>
            </a:extLst>
          </p:cNvPr>
          <p:cNvGrpSpPr/>
          <p:nvPr/>
        </p:nvGrpSpPr>
        <p:grpSpPr>
          <a:xfrm>
            <a:off x="524812" y="3592861"/>
            <a:ext cx="396701" cy="396701"/>
            <a:chOff x="1236473" y="3706812"/>
            <a:chExt cx="625476" cy="625475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4DA9EE00-7F64-4E77-95E7-7959290B5F13}"/>
                </a:ext>
              </a:extLst>
            </p:cNvPr>
            <p:cNvSpPr/>
            <p:nvPr/>
          </p:nvSpPr>
          <p:spPr>
            <a:xfrm>
              <a:off x="1236474" y="3706812"/>
              <a:ext cx="625475" cy="625475"/>
            </a:xfrm>
            <a:prstGeom prst="ellips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38">
              <a:extLst>
                <a:ext uri="{FF2B5EF4-FFF2-40B4-BE49-F238E27FC236}">
                  <a16:creationId xmlns:a16="http://schemas.microsoft.com/office/drawing/2014/main" id="{D8A08708-BCB0-40DC-96A0-A65396108303}"/>
                </a:ext>
              </a:extLst>
            </p:cNvPr>
            <p:cNvSpPr txBox="1"/>
            <p:nvPr/>
          </p:nvSpPr>
          <p:spPr>
            <a:xfrm>
              <a:off x="1236473" y="3781022"/>
              <a:ext cx="625476" cy="48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01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D8FF9D26-A1F8-4E04-98D7-F0CAE881EDCD}"/>
              </a:ext>
            </a:extLst>
          </p:cNvPr>
          <p:cNvGrpSpPr/>
          <p:nvPr/>
        </p:nvGrpSpPr>
        <p:grpSpPr>
          <a:xfrm>
            <a:off x="1666968" y="2930173"/>
            <a:ext cx="396701" cy="396700"/>
            <a:chOff x="3331970" y="3706812"/>
            <a:chExt cx="625476" cy="625475"/>
          </a:xfrm>
        </p:grpSpPr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A445C878-0543-4B75-80EF-DD2B45C0F0AC}"/>
                </a:ext>
              </a:extLst>
            </p:cNvPr>
            <p:cNvSpPr/>
            <p:nvPr/>
          </p:nvSpPr>
          <p:spPr>
            <a:xfrm>
              <a:off x="3331971" y="3706812"/>
              <a:ext cx="625475" cy="625475"/>
            </a:xfrm>
            <a:prstGeom prst="ellipse">
              <a:avLst/>
            </a:prstGeom>
            <a:solidFill>
              <a:schemeClr val="accent2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42">
              <a:extLst>
                <a:ext uri="{FF2B5EF4-FFF2-40B4-BE49-F238E27FC236}">
                  <a16:creationId xmlns:a16="http://schemas.microsoft.com/office/drawing/2014/main" id="{F77FFA11-6B91-4EE4-8326-16D9636F25EB}"/>
                </a:ext>
              </a:extLst>
            </p:cNvPr>
            <p:cNvSpPr txBox="1"/>
            <p:nvPr/>
          </p:nvSpPr>
          <p:spPr>
            <a:xfrm>
              <a:off x="3331970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2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AF4B980E-3DD4-4D1D-A660-8BE2E25F76D9}"/>
              </a:ext>
            </a:extLst>
          </p:cNvPr>
          <p:cNvGrpSpPr/>
          <p:nvPr/>
        </p:nvGrpSpPr>
        <p:grpSpPr>
          <a:xfrm>
            <a:off x="3189591" y="2528368"/>
            <a:ext cx="401094" cy="396700"/>
            <a:chOff x="5522724" y="3706812"/>
            <a:chExt cx="632403" cy="625475"/>
          </a:xfrm>
        </p:grpSpPr>
        <p:sp>
          <p:nvSpPr>
            <p:cNvPr id="8" name="Oval 22">
              <a:extLst>
                <a:ext uri="{FF2B5EF4-FFF2-40B4-BE49-F238E27FC236}">
                  <a16:creationId xmlns:a16="http://schemas.microsoft.com/office/drawing/2014/main" id="{720B0655-77D0-41AE-A0EE-6DDB822EEC08}"/>
                </a:ext>
              </a:extLst>
            </p:cNvPr>
            <p:cNvSpPr/>
            <p:nvPr/>
          </p:nvSpPr>
          <p:spPr>
            <a:xfrm>
              <a:off x="5522724" y="3706812"/>
              <a:ext cx="625475" cy="625475"/>
            </a:xfrm>
            <a:prstGeom prst="ellipse">
              <a:avLst/>
            </a:prstGeom>
            <a:solidFill>
              <a:schemeClr val="accent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3">
              <a:extLst>
                <a:ext uri="{FF2B5EF4-FFF2-40B4-BE49-F238E27FC236}">
                  <a16:creationId xmlns:a16="http://schemas.microsoft.com/office/drawing/2014/main" id="{C2994E5F-22C3-47E2-9D00-23D4859E6570}"/>
                </a:ext>
              </a:extLst>
            </p:cNvPr>
            <p:cNvSpPr txBox="1"/>
            <p:nvPr/>
          </p:nvSpPr>
          <p:spPr>
            <a:xfrm>
              <a:off x="5529650" y="3781022"/>
              <a:ext cx="625477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03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1FAAF65-905A-46BA-AAF6-050FFA5D4F0B}"/>
              </a:ext>
            </a:extLst>
          </p:cNvPr>
          <p:cNvGrpSpPr/>
          <p:nvPr/>
        </p:nvGrpSpPr>
        <p:grpSpPr>
          <a:xfrm>
            <a:off x="6096000" y="3713681"/>
            <a:ext cx="396701" cy="396700"/>
            <a:chOff x="7732524" y="3706812"/>
            <a:chExt cx="625476" cy="625475"/>
          </a:xfrm>
        </p:grpSpPr>
        <p:sp>
          <p:nvSpPr>
            <p:cNvPr id="9" name="Oval 25">
              <a:extLst>
                <a:ext uri="{FF2B5EF4-FFF2-40B4-BE49-F238E27FC236}">
                  <a16:creationId xmlns:a16="http://schemas.microsoft.com/office/drawing/2014/main" id="{12E91AAE-2ECA-40D4-9078-20ABCA1B76DA}"/>
                </a:ext>
              </a:extLst>
            </p:cNvPr>
            <p:cNvSpPr/>
            <p:nvPr/>
          </p:nvSpPr>
          <p:spPr>
            <a:xfrm>
              <a:off x="7732524" y="3706812"/>
              <a:ext cx="625475" cy="625475"/>
            </a:xfrm>
            <a:prstGeom prst="ellipse">
              <a:avLst/>
            </a:prstGeom>
            <a:solidFill>
              <a:schemeClr val="accent5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Box 44">
              <a:extLst>
                <a:ext uri="{FF2B5EF4-FFF2-40B4-BE49-F238E27FC236}">
                  <a16:creationId xmlns:a16="http://schemas.microsoft.com/office/drawing/2014/main" id="{3BB48CE5-9193-4FE7-AF57-B33C9BF661B5}"/>
                </a:ext>
              </a:extLst>
            </p:cNvPr>
            <p:cNvSpPr txBox="1"/>
            <p:nvPr/>
          </p:nvSpPr>
          <p:spPr>
            <a:xfrm>
              <a:off x="7732524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5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0F0A295E-C7DC-456F-A789-731658EB9C3B}"/>
              </a:ext>
            </a:extLst>
          </p:cNvPr>
          <p:cNvGrpSpPr/>
          <p:nvPr/>
        </p:nvGrpSpPr>
        <p:grpSpPr>
          <a:xfrm>
            <a:off x="4669621" y="2937029"/>
            <a:ext cx="396701" cy="396700"/>
            <a:chOff x="10189973" y="3706812"/>
            <a:chExt cx="625476" cy="625475"/>
          </a:xfrm>
        </p:grpSpPr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6FE36216-5677-45CB-8194-D1DBB57AAAB6}"/>
                </a:ext>
              </a:extLst>
            </p:cNvPr>
            <p:cNvSpPr/>
            <p:nvPr/>
          </p:nvSpPr>
          <p:spPr>
            <a:xfrm>
              <a:off x="10189974" y="3706812"/>
              <a:ext cx="625475" cy="625475"/>
            </a:xfrm>
            <a:prstGeom prst="ellipse">
              <a:avLst/>
            </a:prstGeom>
            <a:solidFill>
              <a:schemeClr val="accent6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TextBox 45">
              <a:extLst>
                <a:ext uri="{FF2B5EF4-FFF2-40B4-BE49-F238E27FC236}">
                  <a16:creationId xmlns:a16="http://schemas.microsoft.com/office/drawing/2014/main" id="{8860E312-10FC-4920-BC21-BF77C9F8AD60}"/>
                </a:ext>
              </a:extLst>
            </p:cNvPr>
            <p:cNvSpPr txBox="1"/>
            <p:nvPr/>
          </p:nvSpPr>
          <p:spPr>
            <a:xfrm>
              <a:off x="10189973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4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0B184EB-24CB-4CCF-A413-F8146C00BAE0}"/>
              </a:ext>
            </a:extLst>
          </p:cNvPr>
          <p:cNvGrpSpPr/>
          <p:nvPr/>
        </p:nvGrpSpPr>
        <p:grpSpPr>
          <a:xfrm>
            <a:off x="9301678" y="4641238"/>
            <a:ext cx="401094" cy="396700"/>
            <a:chOff x="5522724" y="3706812"/>
            <a:chExt cx="632403" cy="625475"/>
          </a:xfrm>
        </p:grpSpPr>
        <p:sp>
          <p:nvSpPr>
            <p:cNvPr id="30" name="Oval 22">
              <a:extLst>
                <a:ext uri="{FF2B5EF4-FFF2-40B4-BE49-F238E27FC236}">
                  <a16:creationId xmlns:a16="http://schemas.microsoft.com/office/drawing/2014/main" id="{92F0B07F-C135-48C2-B348-31FB85DCBDD8}"/>
                </a:ext>
              </a:extLst>
            </p:cNvPr>
            <p:cNvSpPr/>
            <p:nvPr/>
          </p:nvSpPr>
          <p:spPr>
            <a:xfrm>
              <a:off x="5522724" y="3706812"/>
              <a:ext cx="625475" cy="625475"/>
            </a:xfrm>
            <a:prstGeom prst="ellipse">
              <a:avLst/>
            </a:prstGeom>
            <a:solidFill>
              <a:schemeClr val="accent4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43">
              <a:extLst>
                <a:ext uri="{FF2B5EF4-FFF2-40B4-BE49-F238E27FC236}">
                  <a16:creationId xmlns:a16="http://schemas.microsoft.com/office/drawing/2014/main" id="{60758662-9252-4B29-9EF8-A2A71EC245D3}"/>
                </a:ext>
              </a:extLst>
            </p:cNvPr>
            <p:cNvSpPr txBox="1"/>
            <p:nvPr/>
          </p:nvSpPr>
          <p:spPr>
            <a:xfrm>
              <a:off x="5529650" y="3781022"/>
              <a:ext cx="625477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fr-FR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7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sp>
        <p:nvSpPr>
          <p:cNvPr id="49" name="TextBox 28">
            <a:extLst>
              <a:ext uri="{FF2B5EF4-FFF2-40B4-BE49-F238E27FC236}">
                <a16:creationId xmlns:a16="http://schemas.microsoft.com/office/drawing/2014/main" id="{BB00B3F6-1DD2-44BD-8BF2-5CDECC3E9D25}"/>
              </a:ext>
            </a:extLst>
          </p:cNvPr>
          <p:cNvSpPr txBox="1"/>
          <p:nvPr/>
        </p:nvSpPr>
        <p:spPr>
          <a:xfrm rot="1339690">
            <a:off x="7347247" y="3941563"/>
            <a:ext cx="1442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Réalisation</a:t>
            </a:r>
            <a:endParaRPr kumimoji="0" lang="en-GB" sz="6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50" name="TextBox 28">
            <a:extLst>
              <a:ext uri="{FF2B5EF4-FFF2-40B4-BE49-F238E27FC236}">
                <a16:creationId xmlns:a16="http://schemas.microsoft.com/office/drawing/2014/main" id="{642D7C72-5352-476F-A3DA-C92D4F32E6DA}"/>
              </a:ext>
            </a:extLst>
          </p:cNvPr>
          <p:cNvSpPr txBox="1"/>
          <p:nvPr/>
        </p:nvSpPr>
        <p:spPr>
          <a:xfrm rot="1485094">
            <a:off x="5307126" y="4095082"/>
            <a:ext cx="144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213AA331-3B5A-4D5C-AD60-D2197F2E4721}"/>
              </a:ext>
            </a:extLst>
          </p:cNvPr>
          <p:cNvSpPr txBox="1"/>
          <p:nvPr/>
        </p:nvSpPr>
        <p:spPr>
          <a:xfrm rot="1490073">
            <a:off x="4504118" y="1905485"/>
            <a:ext cx="1442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&amp; Conception</a:t>
            </a:r>
          </a:p>
        </p:txBody>
      </p:sp>
      <p:sp>
        <p:nvSpPr>
          <p:cNvPr id="52" name="TextBox 28">
            <a:extLst>
              <a:ext uri="{FF2B5EF4-FFF2-40B4-BE49-F238E27FC236}">
                <a16:creationId xmlns:a16="http://schemas.microsoft.com/office/drawing/2014/main" id="{F9ABD590-9964-425E-B6BD-96DB4F2B6B24}"/>
              </a:ext>
            </a:extLst>
          </p:cNvPr>
          <p:cNvSpPr txBox="1"/>
          <p:nvPr/>
        </p:nvSpPr>
        <p:spPr>
          <a:xfrm rot="20297052">
            <a:off x="870397" y="2127077"/>
            <a:ext cx="144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</a:p>
          <a:p>
            <a:pPr algn="ctr"/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lang="en-US" sz="2000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Zoom de section 12">
                <a:extLst>
                  <a:ext uri="{FF2B5EF4-FFF2-40B4-BE49-F238E27FC236}">
                    <a16:creationId xmlns:a16="http://schemas.microsoft.com/office/drawing/2014/main" id="{45B83E68-1BD5-4CC4-A51D-9A677EE059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1012344"/>
                  </p:ext>
                </p:extLst>
              </p:nvPr>
            </p:nvGraphicFramePr>
            <p:xfrm rot="20972895">
              <a:off x="82702" y="2706357"/>
              <a:ext cx="863254" cy="863254"/>
            </p:xfrm>
            <a:graphic>
              <a:graphicData uri="http://schemas.microsoft.com/office/powerpoint/2016/sectionzoom">
                <psez:sectionZm>
                  <psez:sectionZmObj sectionId="{95EB11B6-84B9-4A83-846F-00F7F0B71095}">
                    <psez:zmPr id="{517A5E82-BB28-4E4E-B749-A19B8B3EF2A3}" imageType="cover" transitionDur="1000" showBg="0">
                      <p166:blipFill xmlns:p166="http://schemas.microsoft.com/office/powerpoint/2016/6/main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0972895">
                          <a:off x="0" y="0"/>
                          <a:ext cx="863254" cy="863254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Zoom de section 1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45B83E68-1BD5-4CC4-A51D-9A677EE059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20972895">
                <a:off x="82702" y="2706357"/>
                <a:ext cx="863254" cy="86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3" name="Zoom de section 22">
                <a:extLst>
                  <a:ext uri="{FF2B5EF4-FFF2-40B4-BE49-F238E27FC236}">
                    <a16:creationId xmlns:a16="http://schemas.microsoft.com/office/drawing/2014/main" id="{E02E47BB-9ED6-45A8-8E23-1C93A0FB00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1922945"/>
                  </p:ext>
                </p:extLst>
              </p:nvPr>
            </p:nvGraphicFramePr>
            <p:xfrm rot="1520078">
              <a:off x="4187558" y="3342861"/>
              <a:ext cx="720342" cy="720342"/>
            </p:xfrm>
            <a:graphic>
              <a:graphicData uri="http://schemas.microsoft.com/office/powerpoint/2016/sectionzoom">
                <psez:sectionZm>
                  <psez:sectionZmObj sectionId="{F9368C20-E2D6-4AAF-82DC-DDE1FDB049B7}">
                    <psez:zmPr id="{5533D41E-48E5-47F7-8594-863C30C8B30D}" imageType="cover" transitionDur="1000" showBg="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520078">
                          <a:off x="0" y="0"/>
                          <a:ext cx="720342" cy="7203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3" name="Zoom de section 2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02E47BB-9ED6-45A8-8E23-1C93A0FB00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20078">
                <a:off x="4187558" y="3342861"/>
                <a:ext cx="720342" cy="720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5" name="Zoom de section 24">
                <a:extLst>
                  <a:ext uri="{FF2B5EF4-FFF2-40B4-BE49-F238E27FC236}">
                    <a16:creationId xmlns:a16="http://schemas.microsoft.com/office/drawing/2014/main" id="{FDC5FEC5-9488-4E6B-966D-D355DA8374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5075509"/>
                  </p:ext>
                </p:extLst>
              </p:nvPr>
            </p:nvGraphicFramePr>
            <p:xfrm rot="1392167">
              <a:off x="6256439" y="2882918"/>
              <a:ext cx="738659" cy="738659"/>
            </p:xfrm>
            <a:graphic>
              <a:graphicData uri="http://schemas.microsoft.com/office/powerpoint/2016/sectionzoom">
                <psez:sectionZm>
                  <psez:sectionZmObj sectionId="{8AB1DBAC-8BD1-4B76-9157-3DF4E6105B34}">
                    <psez:zmPr id="{6184B760-0C8B-4EAE-9A77-31E0EC27490C}" imageType="cover" transitionDur="1000" showBg="0">
                      <p166:blipFill xmlns:p166="http://schemas.microsoft.com/office/powerpoint/2016/6/main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392167">
                          <a:off x="0" y="0"/>
                          <a:ext cx="738659" cy="73865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5" name="Zoom de section 2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FDC5FEC5-9488-4E6B-966D-D355DA8374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392167">
                <a:off x="6256439" y="2882918"/>
                <a:ext cx="738659" cy="738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3" name="Zoom de section 32">
                <a:extLst>
                  <a:ext uri="{FF2B5EF4-FFF2-40B4-BE49-F238E27FC236}">
                    <a16:creationId xmlns:a16="http://schemas.microsoft.com/office/drawing/2014/main" id="{54FF9502-0EC0-4C0C-AA12-D8E08927C0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3824019"/>
                  </p:ext>
                </p:extLst>
              </p:nvPr>
            </p:nvGraphicFramePr>
            <p:xfrm rot="1397774">
              <a:off x="7115537" y="4764501"/>
              <a:ext cx="777892" cy="777892"/>
            </p:xfrm>
            <a:graphic>
              <a:graphicData uri="http://schemas.microsoft.com/office/powerpoint/2016/sectionzoom">
                <psez:sectionZm>
                  <psez:sectionZmObj sectionId="{075B0357-4DEB-4B88-AD87-381A76D5E888}">
                    <psez:zmPr id="{F8A688D6-F29B-4129-BB18-BDFD7BB8988F}" imageType="cover" transitionDur="1000" showBg="0">
                      <p166:blipFill xmlns:p166="http://schemas.microsoft.com/office/powerpoint/2016/6/main"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397774">
                          <a:off x="0" y="0"/>
                          <a:ext cx="777892" cy="77789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3" name="Zoom de section 3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4FF9502-0EC0-4C0C-AA12-D8E08927C0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397774">
                <a:off x="7115537" y="4764501"/>
                <a:ext cx="777892" cy="777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5" name="Zoom de section 34">
                <a:extLst>
                  <a:ext uri="{FF2B5EF4-FFF2-40B4-BE49-F238E27FC236}">
                    <a16:creationId xmlns:a16="http://schemas.microsoft.com/office/drawing/2014/main" id="{0691B65C-28FB-4237-8E60-BE84CF9764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1765807"/>
                  </p:ext>
                </p:extLst>
              </p:nvPr>
            </p:nvGraphicFramePr>
            <p:xfrm>
              <a:off x="10957823" y="4439547"/>
              <a:ext cx="768000" cy="768000"/>
            </p:xfrm>
            <a:graphic>
              <a:graphicData uri="http://schemas.microsoft.com/office/powerpoint/2016/sectionzoom">
                <psez:sectionZm>
                  <psez:sectionZmObj sectionId="{DB814180-34E1-4726-8953-F14F412E41F3}">
                    <psez:zmPr id="{0186728A-850C-472F-9BF4-ACC84076626D}" imageType="cover" transitionDur="1000" showBg="0">
                      <p166:blipFill xmlns:p166="http://schemas.microsoft.com/office/powerpoint/2016/6/main"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68000" cy="768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5" name="Zoom de section 34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0691B65C-28FB-4237-8E60-BE84CF9764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0957823" y="4439547"/>
                <a:ext cx="768000" cy="76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</p:pic>
        </mc:Fallback>
      </mc:AlternateContent>
      <p:grpSp>
        <p:nvGrpSpPr>
          <p:cNvPr id="34" name="Groupe 2">
            <a:extLst>
              <a:ext uri="{FF2B5EF4-FFF2-40B4-BE49-F238E27FC236}">
                <a16:creationId xmlns:a16="http://schemas.microsoft.com/office/drawing/2014/main" id="{3DAC0296-9891-46E4-898D-3F634AC68C4E}"/>
              </a:ext>
            </a:extLst>
          </p:cNvPr>
          <p:cNvGrpSpPr/>
          <p:nvPr/>
        </p:nvGrpSpPr>
        <p:grpSpPr>
          <a:xfrm>
            <a:off x="7545037" y="4358397"/>
            <a:ext cx="396701" cy="396700"/>
            <a:chOff x="3331970" y="3706812"/>
            <a:chExt cx="625476" cy="625475"/>
          </a:xfrm>
        </p:grpSpPr>
        <p:sp>
          <p:nvSpPr>
            <p:cNvPr id="36" name="Oval 21">
              <a:extLst>
                <a:ext uri="{FF2B5EF4-FFF2-40B4-BE49-F238E27FC236}">
                  <a16:creationId xmlns:a16="http://schemas.microsoft.com/office/drawing/2014/main" id="{33817FA8-E449-407D-B5F1-9FFA995B5A13}"/>
                </a:ext>
              </a:extLst>
            </p:cNvPr>
            <p:cNvSpPr/>
            <p:nvPr/>
          </p:nvSpPr>
          <p:spPr>
            <a:xfrm>
              <a:off x="3331971" y="3706812"/>
              <a:ext cx="625475" cy="625475"/>
            </a:xfrm>
            <a:prstGeom prst="ellipse">
              <a:avLst/>
            </a:prstGeom>
            <a:solidFill>
              <a:schemeClr val="accent2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42">
              <a:extLst>
                <a:ext uri="{FF2B5EF4-FFF2-40B4-BE49-F238E27FC236}">
                  <a16:creationId xmlns:a16="http://schemas.microsoft.com/office/drawing/2014/main" id="{F4017046-EDC8-4301-AC61-A2C5D335C08E}"/>
                </a:ext>
              </a:extLst>
            </p:cNvPr>
            <p:cNvSpPr txBox="1"/>
            <p:nvPr/>
          </p:nvSpPr>
          <p:spPr>
            <a:xfrm>
              <a:off x="3331970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en-US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6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grpSp>
        <p:nvGrpSpPr>
          <p:cNvPr id="38" name="Groupe 27">
            <a:extLst>
              <a:ext uri="{FF2B5EF4-FFF2-40B4-BE49-F238E27FC236}">
                <a16:creationId xmlns:a16="http://schemas.microsoft.com/office/drawing/2014/main" id="{571CF1D6-819B-41FF-9CC4-967BA231ADF0}"/>
              </a:ext>
            </a:extLst>
          </p:cNvPr>
          <p:cNvGrpSpPr/>
          <p:nvPr/>
        </p:nvGrpSpPr>
        <p:grpSpPr>
          <a:xfrm>
            <a:off x="10893444" y="4014933"/>
            <a:ext cx="396701" cy="396700"/>
            <a:chOff x="10189973" y="3706812"/>
            <a:chExt cx="625476" cy="625475"/>
          </a:xfrm>
        </p:grpSpPr>
        <p:sp>
          <p:nvSpPr>
            <p:cNvPr id="39" name="Oval 26">
              <a:extLst>
                <a:ext uri="{FF2B5EF4-FFF2-40B4-BE49-F238E27FC236}">
                  <a16:creationId xmlns:a16="http://schemas.microsoft.com/office/drawing/2014/main" id="{DA00B597-BA78-43E1-9FE5-F2E07EF5DEEC}"/>
                </a:ext>
              </a:extLst>
            </p:cNvPr>
            <p:cNvSpPr/>
            <p:nvPr/>
          </p:nvSpPr>
          <p:spPr>
            <a:xfrm>
              <a:off x="10189974" y="3706812"/>
              <a:ext cx="625475" cy="625475"/>
            </a:xfrm>
            <a:prstGeom prst="ellipse">
              <a:avLst/>
            </a:prstGeom>
            <a:solidFill>
              <a:schemeClr val="accent6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45">
              <a:extLst>
                <a:ext uri="{FF2B5EF4-FFF2-40B4-BE49-F238E27FC236}">
                  <a16:creationId xmlns:a16="http://schemas.microsoft.com/office/drawing/2014/main" id="{9E254CC6-683B-45CB-A871-02D1D2BDF77C}"/>
                </a:ext>
              </a:extLst>
            </p:cNvPr>
            <p:cNvSpPr txBox="1"/>
            <p:nvPr/>
          </p:nvSpPr>
          <p:spPr>
            <a:xfrm>
              <a:off x="10189973" y="3781022"/>
              <a:ext cx="625476" cy="485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0</a:t>
              </a:r>
              <a:r>
                <a:rPr lang="en-US" sz="14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8</a:t>
              </a:r>
              <a:r>
                <a:rPr kumimoji="0" lang="ru-RU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+mn-ea"/>
                  <a:cs typeface="+mn-cs"/>
                </a:rPr>
                <a:t> 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528BED0-2F6B-4AE4-984B-81A53E61F295}"/>
              </a:ext>
            </a:extLst>
          </p:cNvPr>
          <p:cNvSpPr txBox="1"/>
          <p:nvPr/>
        </p:nvSpPr>
        <p:spPr>
          <a:xfrm>
            <a:off x="2605991" y="3039535"/>
            <a:ext cx="1687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endParaRPr lang="fr-MA" sz="96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3F0D26-857B-4634-A635-0B46014CC78E}"/>
              </a:ext>
            </a:extLst>
          </p:cNvPr>
          <p:cNvSpPr txBox="1"/>
          <p:nvPr/>
        </p:nvSpPr>
        <p:spPr>
          <a:xfrm>
            <a:off x="8620180" y="5036591"/>
            <a:ext cx="1902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Perspectives </a:t>
            </a:r>
            <a:endParaRPr lang="en-US" dirty="0">
              <a:effectLst/>
            </a:endParaRPr>
          </a:p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 err="1">
                <a:solidFill>
                  <a:srgbClr val="00B050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d’Amélioration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2" name="Zoom de section 11">
                <a:extLst>
                  <a:ext uri="{FF2B5EF4-FFF2-40B4-BE49-F238E27FC236}">
                    <a16:creationId xmlns:a16="http://schemas.microsoft.com/office/drawing/2014/main" id="{7F5713CA-AD4E-4B66-B2AD-5B8CF8FFCB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0874074"/>
                  </p:ext>
                </p:extLst>
              </p:nvPr>
            </p:nvGraphicFramePr>
            <p:xfrm rot="20345414">
              <a:off x="1796392" y="3315444"/>
              <a:ext cx="834421" cy="834421"/>
            </p:xfrm>
            <a:graphic>
              <a:graphicData uri="http://schemas.microsoft.com/office/powerpoint/2016/sectionzoom">
                <psez:sectionZm>
                  <psez:sectionZmObj sectionId="{F68EC673-7BFF-49EA-8D55-BB3A4D0C10CE}">
                    <psez:zmPr id="{FE3D263E-2CB3-4C5D-916E-3CC43E662CB1}" imageType="cover" transitionDur="1000" showBg="0">
                      <p166:blipFill xmlns:p166="http://schemas.microsoft.com/office/powerpoint/2016/6/main"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0345414">
                          <a:off x="0" y="0"/>
                          <a:ext cx="834421" cy="834421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2" name="Zoom de section 11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7F5713CA-AD4E-4B66-B2AD-5B8CF8FFCB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345414">
                <a:off x="1796392" y="3315444"/>
                <a:ext cx="834421" cy="8344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2" name="Zoom de section 21">
                <a:extLst>
                  <a:ext uri="{FF2B5EF4-FFF2-40B4-BE49-F238E27FC236}">
                    <a16:creationId xmlns:a16="http://schemas.microsoft.com/office/drawing/2014/main" id="{D863BC32-E4FF-4339-AC33-0D6B12509E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6652696"/>
                  </p:ext>
                </p:extLst>
              </p:nvPr>
            </p:nvGraphicFramePr>
            <p:xfrm>
              <a:off x="9119153" y="3736415"/>
              <a:ext cx="735060" cy="735060"/>
            </p:xfrm>
            <a:graphic>
              <a:graphicData uri="http://schemas.microsoft.com/office/powerpoint/2016/sectionzoom">
                <psez:sectionZm>
                  <psez:sectionZmObj sectionId="{3F469CD4-B33A-4618-BA33-86DD28318677}">
                    <psez:zmPr id="{418992A1-1288-4D00-AD44-A5A0F10E4DE5}" imageType="cover" transitionDur="1000" showBg="0">
                      <p166:blipFill xmlns:p166="http://schemas.microsoft.com/office/powerpoint/2016/6/main"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35060" cy="73506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2" name="Zoom de section 21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D863BC32-E4FF-4339-AC33-0D6B12509E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19153" y="3736415"/>
                <a:ext cx="735060" cy="735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107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680FC0A5-1561-42F4-AA04-4E44ACB1E632}"/>
              </a:ext>
            </a:extLst>
          </p:cNvPr>
          <p:cNvGrpSpPr/>
          <p:nvPr/>
        </p:nvGrpSpPr>
        <p:grpSpPr>
          <a:xfrm>
            <a:off x="590804" y="2257330"/>
            <a:ext cx="6244470" cy="3476570"/>
            <a:chOff x="590804" y="2257330"/>
            <a:chExt cx="6244470" cy="3476570"/>
          </a:xfrm>
        </p:grpSpPr>
        <p:sp>
          <p:nvSpPr>
            <p:cNvPr id="51" name="Oval 47">
              <a:extLst>
                <a:ext uri="{FF2B5EF4-FFF2-40B4-BE49-F238E27FC236}">
                  <a16:creationId xmlns:a16="http://schemas.microsoft.com/office/drawing/2014/main" id="{3E8A93FE-6D11-4DCF-A599-01FC99287EF7}"/>
                </a:ext>
              </a:extLst>
            </p:cNvPr>
            <p:cNvSpPr/>
            <p:nvPr/>
          </p:nvSpPr>
          <p:spPr>
            <a:xfrm>
              <a:off x="590804" y="5463624"/>
              <a:ext cx="6244470" cy="270276"/>
            </a:xfrm>
            <a:prstGeom prst="ellips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4AF4B311-EE52-4D1C-91AB-649114269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269" y="2444801"/>
              <a:ext cx="4334353" cy="2732836"/>
            </a:xfrm>
            <a:custGeom>
              <a:avLst/>
              <a:gdLst>
                <a:gd name="T0" fmla="*/ 2226 w 4453"/>
                <a:gd name="T1" fmla="*/ 1 h 2847"/>
                <a:gd name="T2" fmla="*/ 4419 w 4453"/>
                <a:gd name="T3" fmla="*/ 0 h 2847"/>
                <a:gd name="T4" fmla="*/ 4453 w 4453"/>
                <a:gd name="T5" fmla="*/ 35 h 2847"/>
                <a:gd name="T6" fmla="*/ 4453 w 4453"/>
                <a:gd name="T7" fmla="*/ 2813 h 2847"/>
                <a:gd name="T8" fmla="*/ 4419 w 4453"/>
                <a:gd name="T9" fmla="*/ 2847 h 2847"/>
                <a:gd name="T10" fmla="*/ 39 w 4453"/>
                <a:gd name="T11" fmla="*/ 2847 h 2847"/>
                <a:gd name="T12" fmla="*/ 0 w 4453"/>
                <a:gd name="T13" fmla="*/ 2808 h 2847"/>
                <a:gd name="T14" fmla="*/ 0 w 4453"/>
                <a:gd name="T15" fmla="*/ 35 h 2847"/>
                <a:gd name="T16" fmla="*/ 34 w 4453"/>
                <a:gd name="T17" fmla="*/ 0 h 2847"/>
                <a:gd name="T18" fmla="*/ 2226 w 4453"/>
                <a:gd name="T19" fmla="*/ 1 h 2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53" h="2847">
                  <a:moveTo>
                    <a:pt x="2226" y="1"/>
                  </a:moveTo>
                  <a:cubicBezTo>
                    <a:pt x="2957" y="1"/>
                    <a:pt x="3688" y="1"/>
                    <a:pt x="4419" y="0"/>
                  </a:cubicBezTo>
                  <a:cubicBezTo>
                    <a:pt x="4447" y="0"/>
                    <a:pt x="4453" y="7"/>
                    <a:pt x="4453" y="35"/>
                  </a:cubicBezTo>
                  <a:cubicBezTo>
                    <a:pt x="4452" y="961"/>
                    <a:pt x="4452" y="1887"/>
                    <a:pt x="4453" y="2813"/>
                  </a:cubicBezTo>
                  <a:cubicBezTo>
                    <a:pt x="4453" y="2840"/>
                    <a:pt x="4446" y="2847"/>
                    <a:pt x="4419" y="2847"/>
                  </a:cubicBezTo>
                  <a:cubicBezTo>
                    <a:pt x="2959" y="2847"/>
                    <a:pt x="1499" y="2847"/>
                    <a:pt x="39" y="2847"/>
                  </a:cubicBezTo>
                  <a:cubicBezTo>
                    <a:pt x="0" y="2847"/>
                    <a:pt x="0" y="2847"/>
                    <a:pt x="0" y="2808"/>
                  </a:cubicBezTo>
                  <a:cubicBezTo>
                    <a:pt x="0" y="1884"/>
                    <a:pt x="0" y="959"/>
                    <a:pt x="0" y="35"/>
                  </a:cubicBezTo>
                  <a:cubicBezTo>
                    <a:pt x="0" y="8"/>
                    <a:pt x="5" y="0"/>
                    <a:pt x="34" y="0"/>
                  </a:cubicBezTo>
                  <a:cubicBezTo>
                    <a:pt x="765" y="1"/>
                    <a:pt x="1495" y="1"/>
                    <a:pt x="2226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53" name="Group 74">
              <a:extLst>
                <a:ext uri="{FF2B5EF4-FFF2-40B4-BE49-F238E27FC236}">
                  <a16:creationId xmlns:a16="http://schemas.microsoft.com/office/drawing/2014/main" id="{1F90A640-B4DC-49FF-8B29-AC030CC741A1}"/>
                </a:ext>
              </a:extLst>
            </p:cNvPr>
            <p:cNvGrpSpPr/>
            <p:nvPr/>
          </p:nvGrpSpPr>
          <p:grpSpPr>
            <a:xfrm>
              <a:off x="795260" y="2257330"/>
              <a:ext cx="5787454" cy="3328672"/>
              <a:chOff x="796810" y="2238918"/>
              <a:chExt cx="5787454" cy="3328672"/>
            </a:xfrm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D4D05756-1D46-4809-9612-3D305BCC47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0290" y="2238918"/>
                <a:ext cx="4719724" cy="3117743"/>
              </a:xfrm>
              <a:custGeom>
                <a:avLst/>
                <a:gdLst>
                  <a:gd name="T0" fmla="*/ 4914 w 4918"/>
                  <a:gd name="T1" fmla="*/ 178 h 3248"/>
                  <a:gd name="T2" fmla="*/ 4915 w 4918"/>
                  <a:gd name="T3" fmla="*/ 713 h 3248"/>
                  <a:gd name="T4" fmla="*/ 4915 w 4918"/>
                  <a:gd name="T5" fmla="*/ 2133 h 3248"/>
                  <a:gd name="T6" fmla="*/ 4918 w 4918"/>
                  <a:gd name="T7" fmla="*/ 3248 h 3248"/>
                  <a:gd name="T8" fmla="*/ 1 w 4918"/>
                  <a:gd name="T9" fmla="*/ 3248 h 3248"/>
                  <a:gd name="T10" fmla="*/ 1 w 4918"/>
                  <a:gd name="T11" fmla="*/ 2183 h 3248"/>
                  <a:gd name="T12" fmla="*/ 0 w 4918"/>
                  <a:gd name="T13" fmla="*/ 229 h 3248"/>
                  <a:gd name="T14" fmla="*/ 8 w 4918"/>
                  <a:gd name="T15" fmla="*/ 157 h 3248"/>
                  <a:gd name="T16" fmla="*/ 14 w 4918"/>
                  <a:gd name="T17" fmla="*/ 143 h 3248"/>
                  <a:gd name="T18" fmla="*/ 141 w 4918"/>
                  <a:gd name="T19" fmla="*/ 12 h 3248"/>
                  <a:gd name="T20" fmla="*/ 218 w 4918"/>
                  <a:gd name="T21" fmla="*/ 0 h 3248"/>
                  <a:gd name="T22" fmla="*/ 4712 w 4918"/>
                  <a:gd name="T23" fmla="*/ 1 h 3248"/>
                  <a:gd name="T24" fmla="*/ 4905 w 4918"/>
                  <a:gd name="T25" fmla="*/ 143 h 3248"/>
                  <a:gd name="T26" fmla="*/ 4911 w 4918"/>
                  <a:gd name="T27" fmla="*/ 157 h 3248"/>
                  <a:gd name="T28" fmla="*/ 4913 w 4918"/>
                  <a:gd name="T29" fmla="*/ 167 h 3248"/>
                  <a:gd name="T30" fmla="*/ 4914 w 4918"/>
                  <a:gd name="T31" fmla="*/ 178 h 3248"/>
                  <a:gd name="T32" fmla="*/ 2459 w 4918"/>
                  <a:gd name="T33" fmla="*/ 201 h 3248"/>
                  <a:gd name="T34" fmla="*/ 267 w 4918"/>
                  <a:gd name="T35" fmla="*/ 200 h 3248"/>
                  <a:gd name="T36" fmla="*/ 233 w 4918"/>
                  <a:gd name="T37" fmla="*/ 235 h 3248"/>
                  <a:gd name="T38" fmla="*/ 233 w 4918"/>
                  <a:gd name="T39" fmla="*/ 3008 h 3248"/>
                  <a:gd name="T40" fmla="*/ 272 w 4918"/>
                  <a:gd name="T41" fmla="*/ 3047 h 3248"/>
                  <a:gd name="T42" fmla="*/ 4652 w 4918"/>
                  <a:gd name="T43" fmla="*/ 3047 h 3248"/>
                  <a:gd name="T44" fmla="*/ 4686 w 4918"/>
                  <a:gd name="T45" fmla="*/ 3013 h 3248"/>
                  <a:gd name="T46" fmla="*/ 4686 w 4918"/>
                  <a:gd name="T47" fmla="*/ 235 h 3248"/>
                  <a:gd name="T48" fmla="*/ 4652 w 4918"/>
                  <a:gd name="T49" fmla="*/ 200 h 3248"/>
                  <a:gd name="T50" fmla="*/ 2459 w 4918"/>
                  <a:gd name="T51" fmla="*/ 201 h 3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18" h="3248">
                    <a:moveTo>
                      <a:pt x="4914" y="178"/>
                    </a:moveTo>
                    <a:cubicBezTo>
                      <a:pt x="4914" y="356"/>
                      <a:pt x="4915" y="535"/>
                      <a:pt x="4915" y="713"/>
                    </a:cubicBezTo>
                    <a:cubicBezTo>
                      <a:pt x="4915" y="1187"/>
                      <a:pt x="4915" y="1660"/>
                      <a:pt x="4915" y="2133"/>
                    </a:cubicBezTo>
                    <a:cubicBezTo>
                      <a:pt x="4916" y="2491"/>
                      <a:pt x="4918" y="3248"/>
                      <a:pt x="4918" y="3248"/>
                    </a:cubicBezTo>
                    <a:cubicBezTo>
                      <a:pt x="1" y="3248"/>
                      <a:pt x="1" y="3248"/>
                      <a:pt x="1" y="3248"/>
                    </a:cubicBezTo>
                    <a:cubicBezTo>
                      <a:pt x="1" y="2893"/>
                      <a:pt x="1" y="2537"/>
                      <a:pt x="1" y="2183"/>
                    </a:cubicBezTo>
                    <a:cubicBezTo>
                      <a:pt x="1" y="1532"/>
                      <a:pt x="1" y="880"/>
                      <a:pt x="0" y="229"/>
                    </a:cubicBezTo>
                    <a:cubicBezTo>
                      <a:pt x="0" y="205"/>
                      <a:pt x="2" y="181"/>
                      <a:pt x="8" y="157"/>
                    </a:cubicBezTo>
                    <a:cubicBezTo>
                      <a:pt x="13" y="154"/>
                      <a:pt x="15" y="150"/>
                      <a:pt x="14" y="143"/>
                    </a:cubicBezTo>
                    <a:cubicBezTo>
                      <a:pt x="33" y="77"/>
                      <a:pt x="77" y="34"/>
                      <a:pt x="141" y="12"/>
                    </a:cubicBezTo>
                    <a:cubicBezTo>
                      <a:pt x="166" y="3"/>
                      <a:pt x="191" y="0"/>
                      <a:pt x="218" y="0"/>
                    </a:cubicBezTo>
                    <a:cubicBezTo>
                      <a:pt x="1716" y="1"/>
                      <a:pt x="3214" y="1"/>
                      <a:pt x="4712" y="1"/>
                    </a:cubicBezTo>
                    <a:cubicBezTo>
                      <a:pt x="4802" y="1"/>
                      <a:pt x="4888" y="64"/>
                      <a:pt x="4905" y="143"/>
                    </a:cubicBezTo>
                    <a:cubicBezTo>
                      <a:pt x="4903" y="150"/>
                      <a:pt x="4905" y="154"/>
                      <a:pt x="4911" y="157"/>
                    </a:cubicBezTo>
                    <a:cubicBezTo>
                      <a:pt x="4911" y="160"/>
                      <a:pt x="4912" y="164"/>
                      <a:pt x="4913" y="167"/>
                    </a:cubicBezTo>
                    <a:cubicBezTo>
                      <a:pt x="4908" y="171"/>
                      <a:pt x="4909" y="175"/>
                      <a:pt x="4914" y="178"/>
                    </a:cubicBezTo>
                    <a:close/>
                    <a:moveTo>
                      <a:pt x="2459" y="201"/>
                    </a:moveTo>
                    <a:cubicBezTo>
                      <a:pt x="1728" y="201"/>
                      <a:pt x="998" y="201"/>
                      <a:pt x="267" y="200"/>
                    </a:cubicBezTo>
                    <a:cubicBezTo>
                      <a:pt x="238" y="200"/>
                      <a:pt x="233" y="208"/>
                      <a:pt x="233" y="235"/>
                    </a:cubicBezTo>
                    <a:cubicBezTo>
                      <a:pt x="233" y="1159"/>
                      <a:pt x="233" y="2084"/>
                      <a:pt x="233" y="3008"/>
                    </a:cubicBezTo>
                    <a:cubicBezTo>
                      <a:pt x="233" y="3047"/>
                      <a:pt x="233" y="3047"/>
                      <a:pt x="272" y="3047"/>
                    </a:cubicBezTo>
                    <a:cubicBezTo>
                      <a:pt x="1732" y="3047"/>
                      <a:pt x="3192" y="3047"/>
                      <a:pt x="4652" y="3047"/>
                    </a:cubicBezTo>
                    <a:cubicBezTo>
                      <a:pt x="4679" y="3047"/>
                      <a:pt x="4686" y="3040"/>
                      <a:pt x="4686" y="3013"/>
                    </a:cubicBezTo>
                    <a:cubicBezTo>
                      <a:pt x="4685" y="2087"/>
                      <a:pt x="4685" y="1161"/>
                      <a:pt x="4686" y="235"/>
                    </a:cubicBezTo>
                    <a:cubicBezTo>
                      <a:pt x="4686" y="207"/>
                      <a:pt x="4680" y="200"/>
                      <a:pt x="4652" y="200"/>
                    </a:cubicBezTo>
                    <a:cubicBezTo>
                      <a:pt x="3921" y="201"/>
                      <a:pt x="3190" y="201"/>
                      <a:pt x="2459" y="20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0">
                <a:extLst>
                  <a:ext uri="{FF2B5EF4-FFF2-40B4-BE49-F238E27FC236}">
                    <a16:creationId xmlns:a16="http://schemas.microsoft.com/office/drawing/2014/main" id="{6D34C6C3-8A39-4D3F-BED4-C064DCDF3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132" y="5357431"/>
                <a:ext cx="866809" cy="79291"/>
              </a:xfrm>
              <a:custGeom>
                <a:avLst/>
                <a:gdLst>
                  <a:gd name="T0" fmla="*/ 0 w 903"/>
                  <a:gd name="T1" fmla="*/ 0 h 83"/>
                  <a:gd name="T2" fmla="*/ 903 w 903"/>
                  <a:gd name="T3" fmla="*/ 0 h 83"/>
                  <a:gd name="T4" fmla="*/ 816 w 903"/>
                  <a:gd name="T5" fmla="*/ 83 h 83"/>
                  <a:gd name="T6" fmla="*/ 87 w 903"/>
                  <a:gd name="T7" fmla="*/ 83 h 83"/>
                  <a:gd name="T8" fmla="*/ 0 w 903"/>
                  <a:gd name="T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3" h="83">
                    <a:moveTo>
                      <a:pt x="0" y="0"/>
                    </a:moveTo>
                    <a:cubicBezTo>
                      <a:pt x="301" y="0"/>
                      <a:pt x="602" y="0"/>
                      <a:pt x="903" y="0"/>
                    </a:cubicBezTo>
                    <a:cubicBezTo>
                      <a:pt x="900" y="45"/>
                      <a:pt x="861" y="83"/>
                      <a:pt x="816" y="83"/>
                    </a:cubicBezTo>
                    <a:cubicBezTo>
                      <a:pt x="573" y="83"/>
                      <a:pt x="330" y="83"/>
                      <a:pt x="87" y="83"/>
                    </a:cubicBezTo>
                    <a:cubicBezTo>
                      <a:pt x="42" y="83"/>
                      <a:pt x="2" y="45"/>
                      <a:pt x="0" y="0"/>
                    </a:cubicBezTo>
                    <a:close/>
                  </a:path>
                </a:pathLst>
              </a:cu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Freeform 11">
                <a:extLst>
                  <a:ext uri="{FF2B5EF4-FFF2-40B4-BE49-F238E27FC236}">
                    <a16:creationId xmlns:a16="http://schemas.microsoft.com/office/drawing/2014/main" id="{454B625E-BF66-4AD9-A6E8-395D969EE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810" y="5356661"/>
                <a:ext cx="5787454" cy="144725"/>
              </a:xfrm>
              <a:custGeom>
                <a:avLst/>
                <a:gdLst>
                  <a:gd name="T0" fmla="*/ 135 w 6031"/>
                  <a:gd name="T1" fmla="*/ 150 h 151"/>
                  <a:gd name="T2" fmla="*/ 1969 w 6031"/>
                  <a:gd name="T3" fmla="*/ 151 h 151"/>
                  <a:gd name="T4" fmla="*/ 1969 w 6031"/>
                  <a:gd name="T5" fmla="*/ 150 h 151"/>
                  <a:gd name="T6" fmla="*/ 2640 w 6031"/>
                  <a:gd name="T7" fmla="*/ 150 h 151"/>
                  <a:gd name="T8" fmla="*/ 2772 w 6031"/>
                  <a:gd name="T9" fmla="*/ 151 h 151"/>
                  <a:gd name="T10" fmla="*/ 2977 w 6031"/>
                  <a:gd name="T11" fmla="*/ 151 h 151"/>
                  <a:gd name="T12" fmla="*/ 3343 w 6031"/>
                  <a:gd name="T13" fmla="*/ 151 h 151"/>
                  <a:gd name="T14" fmla="*/ 4495 w 6031"/>
                  <a:gd name="T15" fmla="*/ 151 h 151"/>
                  <a:gd name="T16" fmla="*/ 4698 w 6031"/>
                  <a:gd name="T17" fmla="*/ 151 h 151"/>
                  <a:gd name="T18" fmla="*/ 5896 w 6031"/>
                  <a:gd name="T19" fmla="*/ 150 h 151"/>
                  <a:gd name="T20" fmla="*/ 6025 w 6031"/>
                  <a:gd name="T21" fmla="*/ 147 h 151"/>
                  <a:gd name="T22" fmla="*/ 6029 w 6031"/>
                  <a:gd name="T23" fmla="*/ 36 h 151"/>
                  <a:gd name="T24" fmla="*/ 5994 w 6031"/>
                  <a:gd name="T25" fmla="*/ 0 h 151"/>
                  <a:gd name="T26" fmla="*/ 4782 w 6031"/>
                  <a:gd name="T27" fmla="*/ 1 h 151"/>
                  <a:gd name="T28" fmla="*/ 3467 w 6031"/>
                  <a:gd name="T29" fmla="*/ 1 h 151"/>
                  <a:gd name="T30" fmla="*/ 3380 w 6031"/>
                  <a:gd name="T31" fmla="*/ 85 h 151"/>
                  <a:gd name="T32" fmla="*/ 2651 w 6031"/>
                  <a:gd name="T33" fmla="*/ 85 h 151"/>
                  <a:gd name="T34" fmla="*/ 2564 w 6031"/>
                  <a:gd name="T35" fmla="*/ 1 h 151"/>
                  <a:gd name="T36" fmla="*/ 1249 w 6031"/>
                  <a:gd name="T37" fmla="*/ 1 h 151"/>
                  <a:gd name="T38" fmla="*/ 37 w 6031"/>
                  <a:gd name="T39" fmla="*/ 0 h 151"/>
                  <a:gd name="T40" fmla="*/ 2 w 6031"/>
                  <a:gd name="T41" fmla="*/ 36 h 151"/>
                  <a:gd name="T42" fmla="*/ 6 w 6031"/>
                  <a:gd name="T43" fmla="*/ 147 h 151"/>
                  <a:gd name="T44" fmla="*/ 135 w 6031"/>
                  <a:gd name="T45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031" h="151">
                    <a:moveTo>
                      <a:pt x="135" y="150"/>
                    </a:moveTo>
                    <a:cubicBezTo>
                      <a:pt x="746" y="151"/>
                      <a:pt x="1358" y="151"/>
                      <a:pt x="1969" y="151"/>
                    </a:cubicBezTo>
                    <a:cubicBezTo>
                      <a:pt x="1969" y="150"/>
                      <a:pt x="1969" y="150"/>
                      <a:pt x="1969" y="150"/>
                    </a:cubicBezTo>
                    <a:cubicBezTo>
                      <a:pt x="2193" y="150"/>
                      <a:pt x="2416" y="150"/>
                      <a:pt x="2640" y="150"/>
                    </a:cubicBezTo>
                    <a:cubicBezTo>
                      <a:pt x="2684" y="150"/>
                      <a:pt x="2728" y="151"/>
                      <a:pt x="2772" y="151"/>
                    </a:cubicBezTo>
                    <a:cubicBezTo>
                      <a:pt x="2840" y="151"/>
                      <a:pt x="2909" y="151"/>
                      <a:pt x="2977" y="151"/>
                    </a:cubicBezTo>
                    <a:cubicBezTo>
                      <a:pt x="3099" y="150"/>
                      <a:pt x="3221" y="151"/>
                      <a:pt x="3343" y="151"/>
                    </a:cubicBezTo>
                    <a:cubicBezTo>
                      <a:pt x="3727" y="151"/>
                      <a:pt x="4111" y="151"/>
                      <a:pt x="4495" y="151"/>
                    </a:cubicBezTo>
                    <a:cubicBezTo>
                      <a:pt x="4564" y="151"/>
                      <a:pt x="4631" y="151"/>
                      <a:pt x="4698" y="151"/>
                    </a:cubicBezTo>
                    <a:cubicBezTo>
                      <a:pt x="5097" y="151"/>
                      <a:pt x="5497" y="151"/>
                      <a:pt x="5896" y="150"/>
                    </a:cubicBezTo>
                    <a:cubicBezTo>
                      <a:pt x="5938" y="150"/>
                      <a:pt x="5983" y="146"/>
                      <a:pt x="6025" y="147"/>
                    </a:cubicBezTo>
                    <a:cubicBezTo>
                      <a:pt x="6031" y="133"/>
                      <a:pt x="6029" y="73"/>
                      <a:pt x="6029" y="36"/>
                    </a:cubicBezTo>
                    <a:cubicBezTo>
                      <a:pt x="6029" y="8"/>
                      <a:pt x="6023" y="0"/>
                      <a:pt x="5994" y="0"/>
                    </a:cubicBezTo>
                    <a:cubicBezTo>
                      <a:pt x="5821" y="1"/>
                      <a:pt x="4974" y="1"/>
                      <a:pt x="4782" y="1"/>
                    </a:cubicBezTo>
                    <a:cubicBezTo>
                      <a:pt x="4608" y="1"/>
                      <a:pt x="3467" y="1"/>
                      <a:pt x="3467" y="1"/>
                    </a:cubicBezTo>
                    <a:cubicBezTo>
                      <a:pt x="3464" y="46"/>
                      <a:pt x="3425" y="84"/>
                      <a:pt x="3380" y="85"/>
                    </a:cubicBezTo>
                    <a:cubicBezTo>
                      <a:pt x="3137" y="85"/>
                      <a:pt x="2894" y="85"/>
                      <a:pt x="2651" y="85"/>
                    </a:cubicBezTo>
                    <a:cubicBezTo>
                      <a:pt x="2606" y="84"/>
                      <a:pt x="2566" y="46"/>
                      <a:pt x="2564" y="1"/>
                    </a:cubicBezTo>
                    <a:cubicBezTo>
                      <a:pt x="2564" y="1"/>
                      <a:pt x="1413" y="1"/>
                      <a:pt x="1249" y="1"/>
                    </a:cubicBezTo>
                    <a:cubicBezTo>
                      <a:pt x="1057" y="1"/>
                      <a:pt x="210" y="1"/>
                      <a:pt x="37" y="0"/>
                    </a:cubicBezTo>
                    <a:cubicBezTo>
                      <a:pt x="8" y="0"/>
                      <a:pt x="2" y="8"/>
                      <a:pt x="2" y="36"/>
                    </a:cubicBezTo>
                    <a:cubicBezTo>
                      <a:pt x="2" y="72"/>
                      <a:pt x="0" y="133"/>
                      <a:pt x="6" y="147"/>
                    </a:cubicBezTo>
                    <a:cubicBezTo>
                      <a:pt x="48" y="146"/>
                      <a:pt x="93" y="150"/>
                      <a:pt x="135" y="15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14">
                <a:extLst>
                  <a:ext uri="{FF2B5EF4-FFF2-40B4-BE49-F238E27FC236}">
                    <a16:creationId xmlns:a16="http://schemas.microsoft.com/office/drawing/2014/main" id="{B2F1A879-C13A-418B-9C0E-117A6E30D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198" y="5497537"/>
                <a:ext cx="5776677" cy="70053"/>
              </a:xfrm>
              <a:custGeom>
                <a:avLst/>
                <a:gdLst>
                  <a:gd name="T0" fmla="*/ 5890 w 6019"/>
                  <a:gd name="T1" fmla="*/ 3 h 73"/>
                  <a:gd name="T2" fmla="*/ 3337 w 6019"/>
                  <a:gd name="T3" fmla="*/ 4 h 73"/>
                  <a:gd name="T4" fmla="*/ 2892 w 6019"/>
                  <a:gd name="T5" fmla="*/ 5 h 73"/>
                  <a:gd name="T6" fmla="*/ 2634 w 6019"/>
                  <a:gd name="T7" fmla="*/ 3 h 73"/>
                  <a:gd name="T8" fmla="*/ 1963 w 6019"/>
                  <a:gd name="T9" fmla="*/ 4 h 73"/>
                  <a:gd name="T10" fmla="*/ 1963 w 6019"/>
                  <a:gd name="T11" fmla="*/ 4 h 73"/>
                  <a:gd name="T12" fmla="*/ 129 w 6019"/>
                  <a:gd name="T13" fmla="*/ 3 h 73"/>
                  <a:gd name="T14" fmla="*/ 0 w 6019"/>
                  <a:gd name="T15" fmla="*/ 0 h 73"/>
                  <a:gd name="T16" fmla="*/ 117 w 6019"/>
                  <a:gd name="T17" fmla="*/ 59 h 73"/>
                  <a:gd name="T18" fmla="*/ 579 w 6019"/>
                  <a:gd name="T19" fmla="*/ 70 h 73"/>
                  <a:gd name="T20" fmla="*/ 1963 w 6019"/>
                  <a:gd name="T21" fmla="*/ 71 h 73"/>
                  <a:gd name="T22" fmla="*/ 1963 w 6019"/>
                  <a:gd name="T23" fmla="*/ 71 h 73"/>
                  <a:gd name="T24" fmla="*/ 5440 w 6019"/>
                  <a:gd name="T25" fmla="*/ 70 h 73"/>
                  <a:gd name="T26" fmla="*/ 5902 w 6019"/>
                  <a:gd name="T27" fmla="*/ 59 h 73"/>
                  <a:gd name="T28" fmla="*/ 6019 w 6019"/>
                  <a:gd name="T29" fmla="*/ 0 h 73"/>
                  <a:gd name="T30" fmla="*/ 5890 w 6019"/>
                  <a:gd name="T31" fmla="*/ 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19" h="73">
                    <a:moveTo>
                      <a:pt x="5890" y="3"/>
                    </a:moveTo>
                    <a:cubicBezTo>
                      <a:pt x="5039" y="4"/>
                      <a:pt x="4188" y="4"/>
                      <a:pt x="3337" y="4"/>
                    </a:cubicBezTo>
                    <a:cubicBezTo>
                      <a:pt x="3189" y="4"/>
                      <a:pt x="3040" y="3"/>
                      <a:pt x="2892" y="5"/>
                    </a:cubicBezTo>
                    <a:cubicBezTo>
                      <a:pt x="2806" y="6"/>
                      <a:pt x="2720" y="3"/>
                      <a:pt x="2634" y="3"/>
                    </a:cubicBezTo>
                    <a:cubicBezTo>
                      <a:pt x="2410" y="4"/>
                      <a:pt x="2187" y="4"/>
                      <a:pt x="1963" y="4"/>
                    </a:cubicBezTo>
                    <a:cubicBezTo>
                      <a:pt x="1963" y="4"/>
                      <a:pt x="1963" y="4"/>
                      <a:pt x="1963" y="4"/>
                    </a:cubicBezTo>
                    <a:cubicBezTo>
                      <a:pt x="1352" y="4"/>
                      <a:pt x="740" y="4"/>
                      <a:pt x="129" y="3"/>
                    </a:cubicBezTo>
                    <a:cubicBezTo>
                      <a:pt x="87" y="3"/>
                      <a:pt x="42" y="0"/>
                      <a:pt x="0" y="0"/>
                    </a:cubicBezTo>
                    <a:cubicBezTo>
                      <a:pt x="20" y="41"/>
                      <a:pt x="74" y="53"/>
                      <a:pt x="117" y="59"/>
                    </a:cubicBezTo>
                    <a:cubicBezTo>
                      <a:pt x="279" y="73"/>
                      <a:pt x="425" y="70"/>
                      <a:pt x="579" y="70"/>
                    </a:cubicBezTo>
                    <a:cubicBezTo>
                      <a:pt x="1040" y="71"/>
                      <a:pt x="1502" y="71"/>
                      <a:pt x="1963" y="71"/>
                    </a:cubicBezTo>
                    <a:cubicBezTo>
                      <a:pt x="1963" y="71"/>
                      <a:pt x="1963" y="71"/>
                      <a:pt x="1963" y="71"/>
                    </a:cubicBezTo>
                    <a:cubicBezTo>
                      <a:pt x="3122" y="71"/>
                      <a:pt x="4281" y="71"/>
                      <a:pt x="5440" y="70"/>
                    </a:cubicBezTo>
                    <a:cubicBezTo>
                      <a:pt x="5594" y="70"/>
                      <a:pt x="5740" y="73"/>
                      <a:pt x="5902" y="59"/>
                    </a:cubicBezTo>
                    <a:cubicBezTo>
                      <a:pt x="5945" y="53"/>
                      <a:pt x="5999" y="41"/>
                      <a:pt x="6019" y="0"/>
                    </a:cubicBezTo>
                    <a:cubicBezTo>
                      <a:pt x="5977" y="0"/>
                      <a:pt x="5932" y="3"/>
                      <a:pt x="5890" y="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15" name="Freeform 6">
            <a:extLst>
              <a:ext uri="{FF2B5EF4-FFF2-40B4-BE49-F238E27FC236}">
                <a16:creationId xmlns:a16="http://schemas.microsoft.com/office/drawing/2014/main" id="{BD0FFBBF-DCD6-41B7-A17B-C3DC9CC57BAD}"/>
              </a:ext>
            </a:extLst>
          </p:cNvPr>
          <p:cNvSpPr>
            <a:spLocks/>
          </p:cNvSpPr>
          <p:nvPr/>
        </p:nvSpPr>
        <p:spPr bwMode="auto">
          <a:xfrm>
            <a:off x="1334139" y="2377484"/>
            <a:ext cx="10008" cy="12317"/>
          </a:xfrm>
          <a:custGeom>
            <a:avLst/>
            <a:gdLst>
              <a:gd name="T0" fmla="*/ 10 w 11"/>
              <a:gd name="T1" fmla="*/ 0 h 13"/>
              <a:gd name="T2" fmla="*/ 4 w 11"/>
              <a:gd name="T3" fmla="*/ 13 h 13"/>
              <a:gd name="T4" fmla="*/ 10 w 11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3">
                <a:moveTo>
                  <a:pt x="10" y="0"/>
                </a:moveTo>
                <a:cubicBezTo>
                  <a:pt x="11" y="6"/>
                  <a:pt x="9" y="10"/>
                  <a:pt x="4" y="13"/>
                </a:cubicBezTo>
                <a:cubicBezTo>
                  <a:pt x="0" y="6"/>
                  <a:pt x="3" y="2"/>
                  <a:pt x="10" y="0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26F8B852-6E44-469D-9C83-46CC210A0807}"/>
              </a:ext>
            </a:extLst>
          </p:cNvPr>
          <p:cNvSpPr>
            <a:spLocks/>
          </p:cNvSpPr>
          <p:nvPr/>
        </p:nvSpPr>
        <p:spPr bwMode="auto">
          <a:xfrm>
            <a:off x="6035388" y="2377484"/>
            <a:ext cx="11547" cy="12317"/>
          </a:xfrm>
          <a:custGeom>
            <a:avLst/>
            <a:gdLst>
              <a:gd name="T0" fmla="*/ 8 w 12"/>
              <a:gd name="T1" fmla="*/ 13 h 13"/>
              <a:gd name="T2" fmla="*/ 2 w 12"/>
              <a:gd name="T3" fmla="*/ 0 h 13"/>
              <a:gd name="T4" fmla="*/ 8 w 12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3">
                <a:moveTo>
                  <a:pt x="8" y="13"/>
                </a:moveTo>
                <a:cubicBezTo>
                  <a:pt x="2" y="10"/>
                  <a:pt x="0" y="6"/>
                  <a:pt x="2" y="0"/>
                </a:cubicBezTo>
                <a:cubicBezTo>
                  <a:pt x="9" y="2"/>
                  <a:pt x="12" y="6"/>
                  <a:pt x="8" y="13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6E209D47-B9D9-424B-8F98-8C77030A06BC}"/>
              </a:ext>
            </a:extLst>
          </p:cNvPr>
          <p:cNvSpPr>
            <a:spLocks/>
          </p:cNvSpPr>
          <p:nvPr/>
        </p:nvSpPr>
        <p:spPr bwMode="auto">
          <a:xfrm>
            <a:off x="6040776" y="2399039"/>
            <a:ext cx="11547" cy="10777"/>
          </a:xfrm>
          <a:custGeom>
            <a:avLst/>
            <a:gdLst>
              <a:gd name="T0" fmla="*/ 6 w 12"/>
              <a:gd name="T1" fmla="*/ 11 h 11"/>
              <a:gd name="T2" fmla="*/ 5 w 12"/>
              <a:gd name="T3" fmla="*/ 0 h 11"/>
              <a:gd name="T4" fmla="*/ 6 w 12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1">
                <a:moveTo>
                  <a:pt x="6" y="11"/>
                </a:moveTo>
                <a:cubicBezTo>
                  <a:pt x="1" y="8"/>
                  <a:pt x="0" y="4"/>
                  <a:pt x="5" y="0"/>
                </a:cubicBezTo>
                <a:cubicBezTo>
                  <a:pt x="10" y="3"/>
                  <a:pt x="12" y="7"/>
                  <a:pt x="6" y="11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2D5D23C3-E7BA-4F9B-9E12-9549B3F1462D}"/>
              </a:ext>
            </a:extLst>
          </p:cNvPr>
          <p:cNvSpPr>
            <a:spLocks/>
          </p:cNvSpPr>
          <p:nvPr/>
        </p:nvSpPr>
        <p:spPr bwMode="auto">
          <a:xfrm>
            <a:off x="6576566" y="5497537"/>
            <a:ext cx="2310" cy="3079"/>
          </a:xfrm>
          <a:custGeom>
            <a:avLst/>
            <a:gdLst>
              <a:gd name="T0" fmla="*/ 0 w 2"/>
              <a:gd name="T1" fmla="*/ 3 h 3"/>
              <a:gd name="T2" fmla="*/ 1 w 2"/>
              <a:gd name="T3" fmla="*/ 2 h 3"/>
              <a:gd name="T4" fmla="*/ 2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0" y="2"/>
                  <a:pt x="1" y="2"/>
                  <a:pt x="1" y="2"/>
                </a:cubicBezTo>
                <a:cubicBezTo>
                  <a:pt x="1" y="2"/>
                  <a:pt x="2" y="1"/>
                  <a:pt x="2" y="0"/>
                </a:cubicBezTo>
                <a:cubicBezTo>
                  <a:pt x="1" y="1"/>
                  <a:pt x="1" y="2"/>
                  <a:pt x="0" y="3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4F22DC02-869B-42D3-8B66-C78FBCFB8DBC}"/>
              </a:ext>
            </a:extLst>
          </p:cNvPr>
          <p:cNvSpPr>
            <a:spLocks/>
          </p:cNvSpPr>
          <p:nvPr/>
        </p:nvSpPr>
        <p:spPr bwMode="auto">
          <a:xfrm>
            <a:off x="802198" y="5497537"/>
            <a:ext cx="2310" cy="1540"/>
          </a:xfrm>
          <a:custGeom>
            <a:avLst/>
            <a:gdLst>
              <a:gd name="T0" fmla="*/ 0 w 2"/>
              <a:gd name="T1" fmla="*/ 0 h 2"/>
              <a:gd name="T2" fmla="*/ 1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2"/>
                  <a:pt x="2" y="2"/>
                </a:cubicBezTo>
                <a:cubicBezTo>
                  <a:pt x="1" y="2"/>
                  <a:pt x="1" y="1"/>
                  <a:pt x="0" y="0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870385A3-1B5A-461A-AD02-6985433B22D6}"/>
              </a:ext>
            </a:extLst>
          </p:cNvPr>
          <p:cNvSpPr/>
          <p:nvPr/>
        </p:nvSpPr>
        <p:spPr>
          <a:xfrm>
            <a:off x="-5476230" y="2377484"/>
            <a:ext cx="67317" cy="673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CCBF130A-3BCC-4F58-80F3-97B4FC332964}"/>
              </a:ext>
            </a:extLst>
          </p:cNvPr>
          <p:cNvSpPr txBox="1"/>
          <p:nvPr/>
        </p:nvSpPr>
        <p:spPr>
          <a:xfrm>
            <a:off x="6923956" y="2981348"/>
            <a:ext cx="4719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57" name="Freeform 6">
            <a:extLst>
              <a:ext uri="{FF2B5EF4-FFF2-40B4-BE49-F238E27FC236}">
                <a16:creationId xmlns:a16="http://schemas.microsoft.com/office/drawing/2014/main" id="{ED0A6417-80D1-484A-B93D-89C90277FB30}"/>
              </a:ext>
            </a:extLst>
          </p:cNvPr>
          <p:cNvSpPr>
            <a:spLocks/>
          </p:cNvSpPr>
          <p:nvPr/>
        </p:nvSpPr>
        <p:spPr bwMode="auto">
          <a:xfrm>
            <a:off x="1334139" y="2377484"/>
            <a:ext cx="10008" cy="12317"/>
          </a:xfrm>
          <a:custGeom>
            <a:avLst/>
            <a:gdLst>
              <a:gd name="T0" fmla="*/ 10 w 11"/>
              <a:gd name="T1" fmla="*/ 0 h 13"/>
              <a:gd name="T2" fmla="*/ 4 w 11"/>
              <a:gd name="T3" fmla="*/ 13 h 13"/>
              <a:gd name="T4" fmla="*/ 10 w 11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3">
                <a:moveTo>
                  <a:pt x="10" y="0"/>
                </a:moveTo>
                <a:cubicBezTo>
                  <a:pt x="11" y="6"/>
                  <a:pt x="9" y="10"/>
                  <a:pt x="4" y="13"/>
                </a:cubicBezTo>
                <a:cubicBezTo>
                  <a:pt x="0" y="6"/>
                  <a:pt x="3" y="2"/>
                  <a:pt x="10" y="0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7">
            <a:extLst>
              <a:ext uri="{FF2B5EF4-FFF2-40B4-BE49-F238E27FC236}">
                <a16:creationId xmlns:a16="http://schemas.microsoft.com/office/drawing/2014/main" id="{CC0AE006-7732-438D-BE1A-6A0AE3D4F6E1}"/>
              </a:ext>
            </a:extLst>
          </p:cNvPr>
          <p:cNvSpPr>
            <a:spLocks/>
          </p:cNvSpPr>
          <p:nvPr/>
        </p:nvSpPr>
        <p:spPr bwMode="auto">
          <a:xfrm>
            <a:off x="6035388" y="2377484"/>
            <a:ext cx="11547" cy="12317"/>
          </a:xfrm>
          <a:custGeom>
            <a:avLst/>
            <a:gdLst>
              <a:gd name="T0" fmla="*/ 8 w 12"/>
              <a:gd name="T1" fmla="*/ 13 h 13"/>
              <a:gd name="T2" fmla="*/ 2 w 12"/>
              <a:gd name="T3" fmla="*/ 0 h 13"/>
              <a:gd name="T4" fmla="*/ 8 w 12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3">
                <a:moveTo>
                  <a:pt x="8" y="13"/>
                </a:moveTo>
                <a:cubicBezTo>
                  <a:pt x="2" y="10"/>
                  <a:pt x="0" y="6"/>
                  <a:pt x="2" y="0"/>
                </a:cubicBezTo>
                <a:cubicBezTo>
                  <a:pt x="9" y="2"/>
                  <a:pt x="12" y="6"/>
                  <a:pt x="8" y="13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8">
            <a:extLst>
              <a:ext uri="{FF2B5EF4-FFF2-40B4-BE49-F238E27FC236}">
                <a16:creationId xmlns:a16="http://schemas.microsoft.com/office/drawing/2014/main" id="{009DE030-A7FF-480D-9AE9-9597CE58A449}"/>
              </a:ext>
            </a:extLst>
          </p:cNvPr>
          <p:cNvSpPr>
            <a:spLocks/>
          </p:cNvSpPr>
          <p:nvPr/>
        </p:nvSpPr>
        <p:spPr bwMode="auto">
          <a:xfrm>
            <a:off x="6040776" y="2399039"/>
            <a:ext cx="11547" cy="10777"/>
          </a:xfrm>
          <a:custGeom>
            <a:avLst/>
            <a:gdLst>
              <a:gd name="T0" fmla="*/ 6 w 12"/>
              <a:gd name="T1" fmla="*/ 11 h 11"/>
              <a:gd name="T2" fmla="*/ 5 w 12"/>
              <a:gd name="T3" fmla="*/ 0 h 11"/>
              <a:gd name="T4" fmla="*/ 6 w 12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1">
                <a:moveTo>
                  <a:pt x="6" y="11"/>
                </a:moveTo>
                <a:cubicBezTo>
                  <a:pt x="1" y="8"/>
                  <a:pt x="0" y="4"/>
                  <a:pt x="5" y="0"/>
                </a:cubicBezTo>
                <a:cubicBezTo>
                  <a:pt x="10" y="3"/>
                  <a:pt x="12" y="7"/>
                  <a:pt x="6" y="11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12">
            <a:extLst>
              <a:ext uri="{FF2B5EF4-FFF2-40B4-BE49-F238E27FC236}">
                <a16:creationId xmlns:a16="http://schemas.microsoft.com/office/drawing/2014/main" id="{16593248-2DAA-4EF0-AAE0-C61A15A49DEF}"/>
              </a:ext>
            </a:extLst>
          </p:cNvPr>
          <p:cNvSpPr>
            <a:spLocks/>
          </p:cNvSpPr>
          <p:nvPr/>
        </p:nvSpPr>
        <p:spPr bwMode="auto">
          <a:xfrm>
            <a:off x="6576566" y="5497537"/>
            <a:ext cx="2310" cy="3079"/>
          </a:xfrm>
          <a:custGeom>
            <a:avLst/>
            <a:gdLst>
              <a:gd name="T0" fmla="*/ 0 w 2"/>
              <a:gd name="T1" fmla="*/ 3 h 3"/>
              <a:gd name="T2" fmla="*/ 1 w 2"/>
              <a:gd name="T3" fmla="*/ 2 h 3"/>
              <a:gd name="T4" fmla="*/ 2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0" y="2"/>
                  <a:pt x="1" y="2"/>
                  <a:pt x="1" y="2"/>
                </a:cubicBezTo>
                <a:cubicBezTo>
                  <a:pt x="1" y="2"/>
                  <a:pt x="2" y="1"/>
                  <a:pt x="2" y="0"/>
                </a:cubicBezTo>
                <a:cubicBezTo>
                  <a:pt x="1" y="1"/>
                  <a:pt x="1" y="2"/>
                  <a:pt x="0" y="3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13">
            <a:extLst>
              <a:ext uri="{FF2B5EF4-FFF2-40B4-BE49-F238E27FC236}">
                <a16:creationId xmlns:a16="http://schemas.microsoft.com/office/drawing/2014/main" id="{C9E49BE3-F4CC-49EF-8F54-CEF78600C58C}"/>
              </a:ext>
            </a:extLst>
          </p:cNvPr>
          <p:cNvSpPr>
            <a:spLocks/>
          </p:cNvSpPr>
          <p:nvPr/>
        </p:nvSpPr>
        <p:spPr bwMode="auto">
          <a:xfrm>
            <a:off x="802198" y="5497537"/>
            <a:ext cx="2310" cy="1540"/>
          </a:xfrm>
          <a:custGeom>
            <a:avLst/>
            <a:gdLst>
              <a:gd name="T0" fmla="*/ 0 w 2"/>
              <a:gd name="T1" fmla="*/ 0 h 2"/>
              <a:gd name="T2" fmla="*/ 1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2"/>
                  <a:pt x="2" y="2"/>
                </a:cubicBezTo>
                <a:cubicBezTo>
                  <a:pt x="1" y="2"/>
                  <a:pt x="1" y="1"/>
                  <a:pt x="0" y="0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8" name="Group 41">
            <a:extLst>
              <a:ext uri="{FF2B5EF4-FFF2-40B4-BE49-F238E27FC236}">
                <a16:creationId xmlns:a16="http://schemas.microsoft.com/office/drawing/2014/main" id="{B4B14452-A08F-41F5-86B0-0D2778373279}"/>
              </a:ext>
            </a:extLst>
          </p:cNvPr>
          <p:cNvGrpSpPr/>
          <p:nvPr/>
        </p:nvGrpSpPr>
        <p:grpSpPr>
          <a:xfrm>
            <a:off x="2976591" y="2810410"/>
            <a:ext cx="1474296" cy="1798263"/>
            <a:chOff x="7549436" y="-3035119"/>
            <a:chExt cx="1474296" cy="1798263"/>
          </a:xfrm>
          <a:solidFill>
            <a:srgbClr val="FFFF00"/>
          </a:solidFill>
        </p:grpSpPr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69CDB6EA-0AA9-4A91-A159-94D4DD6EBD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7222" y="-2761530"/>
              <a:ext cx="917325" cy="1524674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7D908D21-9C43-4DBF-B126-FD980809FF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578" y="-2329808"/>
              <a:ext cx="65073" cy="110555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C828319E-B488-4955-897E-1D73D984F8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5765" y="-2182168"/>
              <a:ext cx="235803" cy="378545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1A010137-EC26-41D6-8A82-162CCB4228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10842" y="-2203160"/>
              <a:ext cx="105657" cy="130847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06086778-CA6E-4CEE-861D-91EA9174E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2653076"/>
              <a:ext cx="381344" cy="41563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7F022EC4-A055-4287-908E-E1A844C792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3035119"/>
              <a:ext cx="58776" cy="223908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1722F126-941D-495F-9D26-C65BD33BE2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9293" y="-2944156"/>
              <a:ext cx="149039" cy="207115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1219FBC1-F353-4101-9665-ECE72EE96C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052722"/>
              <a:ext cx="209214" cy="146940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17EF3281-639E-42EC-9D93-E69757E1FB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682464"/>
              <a:ext cx="209214" cy="145540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215D9F69-D5AA-4A29-B96F-D3D8519F7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824" y="-2322811"/>
              <a:ext cx="223908" cy="59476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AF6C20C4-0A21-4EE4-B84C-8FCBB60756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9436" y="-2322811"/>
              <a:ext cx="222509" cy="59476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AD1785FC-7B0C-4E70-AFDA-4D2C73C4B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682464"/>
              <a:ext cx="209214" cy="145540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736D196D-E2B8-4EB3-A8ED-ECC502374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052722"/>
              <a:ext cx="209214" cy="146940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DDF2A929-FE30-4E36-93CD-08D1F2DAFC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4837" y="-2944156"/>
              <a:ext cx="149039" cy="207115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3" name="Oval 39">
            <a:extLst>
              <a:ext uri="{FF2B5EF4-FFF2-40B4-BE49-F238E27FC236}">
                <a16:creationId xmlns:a16="http://schemas.microsoft.com/office/drawing/2014/main" id="{3EE52AE3-7CCB-4A30-824A-A3EAB9020D1D}"/>
              </a:ext>
            </a:extLst>
          </p:cNvPr>
          <p:cNvSpPr/>
          <p:nvPr/>
        </p:nvSpPr>
        <p:spPr>
          <a:xfrm>
            <a:off x="3653679" y="2300256"/>
            <a:ext cx="67317" cy="673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90">
            <a:extLst>
              <a:ext uri="{FF2B5EF4-FFF2-40B4-BE49-F238E27FC236}">
                <a16:creationId xmlns:a16="http://schemas.microsoft.com/office/drawing/2014/main" id="{91F97F9D-B172-413F-B1CB-18A060B746EC}"/>
              </a:ext>
            </a:extLst>
          </p:cNvPr>
          <p:cNvGrpSpPr/>
          <p:nvPr/>
        </p:nvGrpSpPr>
        <p:grpSpPr>
          <a:xfrm rot="2247443">
            <a:off x="6449686" y="2794278"/>
            <a:ext cx="469817" cy="1018019"/>
            <a:chOff x="9490633" y="1499448"/>
            <a:chExt cx="1270458" cy="3028167"/>
          </a:xfrm>
          <a:solidFill>
            <a:srgbClr val="92D050"/>
          </a:solidFill>
        </p:grpSpPr>
        <p:sp>
          <p:nvSpPr>
            <p:cNvPr id="85" name="Freeform 5">
              <a:extLst>
                <a:ext uri="{FF2B5EF4-FFF2-40B4-BE49-F238E27FC236}">
                  <a16:creationId xmlns:a16="http://schemas.microsoft.com/office/drawing/2014/main" id="{CCC9EC5E-D0D0-4C55-B21D-0D93AABC16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30649" y="1907294"/>
              <a:ext cx="822910" cy="1768535"/>
            </a:xfrm>
            <a:custGeom>
              <a:avLst/>
              <a:gdLst>
                <a:gd name="T0" fmla="*/ 39 w 233"/>
                <a:gd name="T1" fmla="*/ 495 h 500"/>
                <a:gd name="T2" fmla="*/ 32 w 233"/>
                <a:gd name="T3" fmla="*/ 475 h 500"/>
                <a:gd name="T4" fmla="*/ 10 w 233"/>
                <a:gd name="T5" fmla="*/ 385 h 500"/>
                <a:gd name="T6" fmla="*/ 1 w 233"/>
                <a:gd name="T7" fmla="*/ 262 h 500"/>
                <a:gd name="T8" fmla="*/ 14 w 233"/>
                <a:gd name="T9" fmla="*/ 133 h 500"/>
                <a:gd name="T10" fmla="*/ 43 w 233"/>
                <a:gd name="T11" fmla="*/ 30 h 500"/>
                <a:gd name="T12" fmla="*/ 53 w 233"/>
                <a:gd name="T13" fmla="*/ 4 h 500"/>
                <a:gd name="T14" fmla="*/ 59 w 233"/>
                <a:gd name="T15" fmla="*/ 0 h 500"/>
                <a:gd name="T16" fmla="*/ 157 w 233"/>
                <a:gd name="T17" fmla="*/ 3 h 500"/>
                <a:gd name="T18" fmla="*/ 183 w 233"/>
                <a:gd name="T19" fmla="*/ 3 h 500"/>
                <a:gd name="T20" fmla="*/ 190 w 233"/>
                <a:gd name="T21" fmla="*/ 8 h 500"/>
                <a:gd name="T22" fmla="*/ 226 w 233"/>
                <a:gd name="T23" fmla="*/ 170 h 500"/>
                <a:gd name="T24" fmla="*/ 215 w 233"/>
                <a:gd name="T25" fmla="*/ 378 h 500"/>
                <a:gd name="T26" fmla="*/ 179 w 233"/>
                <a:gd name="T27" fmla="*/ 497 h 500"/>
                <a:gd name="T28" fmla="*/ 174 w 233"/>
                <a:gd name="T29" fmla="*/ 500 h 500"/>
                <a:gd name="T30" fmla="*/ 90 w 233"/>
                <a:gd name="T31" fmla="*/ 497 h 500"/>
                <a:gd name="T32" fmla="*/ 44 w 233"/>
                <a:gd name="T33" fmla="*/ 496 h 500"/>
                <a:gd name="T34" fmla="*/ 39 w 233"/>
                <a:gd name="T35" fmla="*/ 495 h 500"/>
                <a:gd name="T36" fmla="*/ 148 w 233"/>
                <a:gd name="T37" fmla="*/ 145 h 500"/>
                <a:gd name="T38" fmla="*/ 154 w 233"/>
                <a:gd name="T39" fmla="*/ 80 h 500"/>
                <a:gd name="T40" fmla="*/ 90 w 233"/>
                <a:gd name="T41" fmla="*/ 74 h 500"/>
                <a:gd name="T42" fmla="*/ 83 w 233"/>
                <a:gd name="T43" fmla="*/ 139 h 500"/>
                <a:gd name="T44" fmla="*/ 148 w 233"/>
                <a:gd name="T45" fmla="*/ 145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3" h="500">
                  <a:moveTo>
                    <a:pt x="39" y="495"/>
                  </a:moveTo>
                  <a:cubicBezTo>
                    <a:pt x="36" y="488"/>
                    <a:pt x="34" y="481"/>
                    <a:pt x="32" y="475"/>
                  </a:cubicBezTo>
                  <a:cubicBezTo>
                    <a:pt x="22" y="445"/>
                    <a:pt x="15" y="415"/>
                    <a:pt x="10" y="385"/>
                  </a:cubicBezTo>
                  <a:cubicBezTo>
                    <a:pt x="3" y="344"/>
                    <a:pt x="0" y="303"/>
                    <a:pt x="1" y="262"/>
                  </a:cubicBezTo>
                  <a:cubicBezTo>
                    <a:pt x="1" y="219"/>
                    <a:pt x="5" y="176"/>
                    <a:pt x="14" y="133"/>
                  </a:cubicBezTo>
                  <a:cubicBezTo>
                    <a:pt x="20" y="98"/>
                    <a:pt x="30" y="63"/>
                    <a:pt x="43" y="30"/>
                  </a:cubicBezTo>
                  <a:cubicBezTo>
                    <a:pt x="46" y="21"/>
                    <a:pt x="49" y="13"/>
                    <a:pt x="53" y="4"/>
                  </a:cubicBezTo>
                  <a:cubicBezTo>
                    <a:pt x="54" y="1"/>
                    <a:pt x="55" y="0"/>
                    <a:pt x="59" y="0"/>
                  </a:cubicBezTo>
                  <a:cubicBezTo>
                    <a:pt x="91" y="1"/>
                    <a:pt x="124" y="2"/>
                    <a:pt x="157" y="3"/>
                  </a:cubicBezTo>
                  <a:cubicBezTo>
                    <a:pt x="165" y="3"/>
                    <a:pt x="174" y="3"/>
                    <a:pt x="183" y="3"/>
                  </a:cubicBezTo>
                  <a:cubicBezTo>
                    <a:pt x="186" y="3"/>
                    <a:pt x="188" y="4"/>
                    <a:pt x="190" y="8"/>
                  </a:cubicBezTo>
                  <a:cubicBezTo>
                    <a:pt x="210" y="60"/>
                    <a:pt x="221" y="115"/>
                    <a:pt x="226" y="170"/>
                  </a:cubicBezTo>
                  <a:cubicBezTo>
                    <a:pt x="233" y="240"/>
                    <a:pt x="229" y="309"/>
                    <a:pt x="215" y="378"/>
                  </a:cubicBezTo>
                  <a:cubicBezTo>
                    <a:pt x="207" y="419"/>
                    <a:pt x="195" y="459"/>
                    <a:pt x="179" y="497"/>
                  </a:cubicBezTo>
                  <a:cubicBezTo>
                    <a:pt x="178" y="498"/>
                    <a:pt x="176" y="500"/>
                    <a:pt x="174" y="500"/>
                  </a:cubicBezTo>
                  <a:cubicBezTo>
                    <a:pt x="146" y="499"/>
                    <a:pt x="118" y="498"/>
                    <a:pt x="90" y="497"/>
                  </a:cubicBezTo>
                  <a:cubicBezTo>
                    <a:pt x="75" y="497"/>
                    <a:pt x="59" y="497"/>
                    <a:pt x="44" y="496"/>
                  </a:cubicBezTo>
                  <a:cubicBezTo>
                    <a:pt x="42" y="496"/>
                    <a:pt x="40" y="496"/>
                    <a:pt x="39" y="495"/>
                  </a:cubicBezTo>
                  <a:close/>
                  <a:moveTo>
                    <a:pt x="148" y="145"/>
                  </a:moveTo>
                  <a:cubicBezTo>
                    <a:pt x="168" y="129"/>
                    <a:pt x="171" y="100"/>
                    <a:pt x="154" y="80"/>
                  </a:cubicBezTo>
                  <a:cubicBezTo>
                    <a:pt x="139" y="61"/>
                    <a:pt x="109" y="58"/>
                    <a:pt x="90" y="74"/>
                  </a:cubicBezTo>
                  <a:cubicBezTo>
                    <a:pt x="70" y="90"/>
                    <a:pt x="67" y="119"/>
                    <a:pt x="83" y="139"/>
                  </a:cubicBezTo>
                  <a:cubicBezTo>
                    <a:pt x="99" y="159"/>
                    <a:pt x="128" y="161"/>
                    <a:pt x="148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E83A7C3C-C0AC-4691-A2DA-9826D86E7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867" y="3109176"/>
              <a:ext cx="321224" cy="927579"/>
            </a:xfrm>
            <a:custGeom>
              <a:avLst/>
              <a:gdLst>
                <a:gd name="T0" fmla="*/ 38 w 91"/>
                <a:gd name="T1" fmla="*/ 0 h 262"/>
                <a:gd name="T2" fmla="*/ 53 w 91"/>
                <a:gd name="T3" fmla="*/ 12 h 262"/>
                <a:gd name="T4" fmla="*/ 83 w 91"/>
                <a:gd name="T5" fmla="*/ 36 h 262"/>
                <a:gd name="T6" fmla="*/ 89 w 91"/>
                <a:gd name="T7" fmla="*/ 42 h 262"/>
                <a:gd name="T8" fmla="*/ 90 w 91"/>
                <a:gd name="T9" fmla="*/ 47 h 262"/>
                <a:gd name="T10" fmla="*/ 71 w 91"/>
                <a:gd name="T11" fmla="*/ 164 h 262"/>
                <a:gd name="T12" fmla="*/ 57 w 91"/>
                <a:gd name="T13" fmla="*/ 256 h 262"/>
                <a:gd name="T14" fmla="*/ 55 w 91"/>
                <a:gd name="T15" fmla="*/ 262 h 262"/>
                <a:gd name="T16" fmla="*/ 49 w 91"/>
                <a:gd name="T17" fmla="*/ 248 h 262"/>
                <a:gd name="T18" fmla="*/ 23 w 91"/>
                <a:gd name="T19" fmla="*/ 194 h 262"/>
                <a:gd name="T20" fmla="*/ 5 w 91"/>
                <a:gd name="T21" fmla="*/ 157 h 262"/>
                <a:gd name="T22" fmla="*/ 4 w 91"/>
                <a:gd name="T23" fmla="*/ 134 h 262"/>
                <a:gd name="T24" fmla="*/ 37 w 91"/>
                <a:gd name="T25" fmla="*/ 4 h 262"/>
                <a:gd name="T26" fmla="*/ 38 w 91"/>
                <a:gd name="T2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1" h="262">
                  <a:moveTo>
                    <a:pt x="38" y="0"/>
                  </a:moveTo>
                  <a:cubicBezTo>
                    <a:pt x="43" y="4"/>
                    <a:pt x="48" y="8"/>
                    <a:pt x="53" y="12"/>
                  </a:cubicBezTo>
                  <a:cubicBezTo>
                    <a:pt x="63" y="20"/>
                    <a:pt x="73" y="28"/>
                    <a:pt x="83" y="36"/>
                  </a:cubicBezTo>
                  <a:cubicBezTo>
                    <a:pt x="85" y="38"/>
                    <a:pt x="88" y="40"/>
                    <a:pt x="89" y="42"/>
                  </a:cubicBezTo>
                  <a:cubicBezTo>
                    <a:pt x="90" y="43"/>
                    <a:pt x="91" y="46"/>
                    <a:pt x="90" y="47"/>
                  </a:cubicBezTo>
                  <a:cubicBezTo>
                    <a:pt x="84" y="86"/>
                    <a:pt x="78" y="125"/>
                    <a:pt x="71" y="164"/>
                  </a:cubicBezTo>
                  <a:cubicBezTo>
                    <a:pt x="66" y="195"/>
                    <a:pt x="61" y="225"/>
                    <a:pt x="57" y="256"/>
                  </a:cubicBezTo>
                  <a:cubicBezTo>
                    <a:pt x="56" y="258"/>
                    <a:pt x="56" y="259"/>
                    <a:pt x="55" y="262"/>
                  </a:cubicBezTo>
                  <a:cubicBezTo>
                    <a:pt x="53" y="257"/>
                    <a:pt x="51" y="252"/>
                    <a:pt x="49" y="248"/>
                  </a:cubicBezTo>
                  <a:cubicBezTo>
                    <a:pt x="40" y="230"/>
                    <a:pt x="32" y="212"/>
                    <a:pt x="23" y="194"/>
                  </a:cubicBezTo>
                  <a:cubicBezTo>
                    <a:pt x="17" y="182"/>
                    <a:pt x="12" y="169"/>
                    <a:pt x="5" y="157"/>
                  </a:cubicBezTo>
                  <a:cubicBezTo>
                    <a:pt x="0" y="149"/>
                    <a:pt x="1" y="142"/>
                    <a:pt x="4" y="134"/>
                  </a:cubicBezTo>
                  <a:cubicBezTo>
                    <a:pt x="20" y="92"/>
                    <a:pt x="30" y="48"/>
                    <a:pt x="37" y="4"/>
                  </a:cubicBezTo>
                  <a:cubicBezTo>
                    <a:pt x="37" y="3"/>
                    <a:pt x="37" y="2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286D75B9-AFA0-4FCE-BCEB-5068BAC50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0633" y="3087521"/>
              <a:ext cx="295959" cy="913142"/>
            </a:xfrm>
            <a:custGeom>
              <a:avLst/>
              <a:gdLst>
                <a:gd name="T0" fmla="*/ 55 w 84"/>
                <a:gd name="T1" fmla="*/ 0 h 258"/>
                <a:gd name="T2" fmla="*/ 59 w 84"/>
                <a:gd name="T3" fmla="*/ 34 h 258"/>
                <a:gd name="T4" fmla="*/ 76 w 84"/>
                <a:gd name="T5" fmla="*/ 117 h 258"/>
                <a:gd name="T6" fmla="*/ 84 w 84"/>
                <a:gd name="T7" fmla="*/ 145 h 258"/>
                <a:gd name="T8" fmla="*/ 83 w 84"/>
                <a:gd name="T9" fmla="*/ 149 h 258"/>
                <a:gd name="T10" fmla="*/ 55 w 84"/>
                <a:gd name="T11" fmla="*/ 201 h 258"/>
                <a:gd name="T12" fmla="*/ 28 w 84"/>
                <a:gd name="T13" fmla="*/ 251 h 258"/>
                <a:gd name="T14" fmla="*/ 23 w 84"/>
                <a:gd name="T15" fmla="*/ 258 h 258"/>
                <a:gd name="T16" fmla="*/ 20 w 84"/>
                <a:gd name="T17" fmla="*/ 234 h 258"/>
                <a:gd name="T18" fmla="*/ 7 w 84"/>
                <a:gd name="T19" fmla="*/ 109 h 258"/>
                <a:gd name="T20" fmla="*/ 0 w 84"/>
                <a:gd name="T21" fmla="*/ 44 h 258"/>
                <a:gd name="T22" fmla="*/ 2 w 84"/>
                <a:gd name="T23" fmla="*/ 38 h 258"/>
                <a:gd name="T24" fmla="*/ 53 w 84"/>
                <a:gd name="T25" fmla="*/ 1 h 258"/>
                <a:gd name="T26" fmla="*/ 55 w 84"/>
                <a:gd name="T27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58">
                  <a:moveTo>
                    <a:pt x="55" y="0"/>
                  </a:moveTo>
                  <a:cubicBezTo>
                    <a:pt x="56" y="12"/>
                    <a:pt x="57" y="23"/>
                    <a:pt x="59" y="34"/>
                  </a:cubicBezTo>
                  <a:cubicBezTo>
                    <a:pt x="63" y="62"/>
                    <a:pt x="68" y="90"/>
                    <a:pt x="76" y="117"/>
                  </a:cubicBezTo>
                  <a:cubicBezTo>
                    <a:pt x="79" y="127"/>
                    <a:pt x="81" y="136"/>
                    <a:pt x="84" y="145"/>
                  </a:cubicBezTo>
                  <a:cubicBezTo>
                    <a:pt x="84" y="146"/>
                    <a:pt x="84" y="148"/>
                    <a:pt x="83" y="149"/>
                  </a:cubicBezTo>
                  <a:cubicBezTo>
                    <a:pt x="74" y="167"/>
                    <a:pt x="65" y="184"/>
                    <a:pt x="55" y="201"/>
                  </a:cubicBezTo>
                  <a:cubicBezTo>
                    <a:pt x="46" y="218"/>
                    <a:pt x="37" y="234"/>
                    <a:pt x="28" y="251"/>
                  </a:cubicBezTo>
                  <a:cubicBezTo>
                    <a:pt x="27" y="253"/>
                    <a:pt x="25" y="256"/>
                    <a:pt x="23" y="258"/>
                  </a:cubicBezTo>
                  <a:cubicBezTo>
                    <a:pt x="22" y="250"/>
                    <a:pt x="21" y="242"/>
                    <a:pt x="20" y="234"/>
                  </a:cubicBezTo>
                  <a:cubicBezTo>
                    <a:pt x="16" y="193"/>
                    <a:pt x="11" y="151"/>
                    <a:pt x="7" y="109"/>
                  </a:cubicBezTo>
                  <a:cubicBezTo>
                    <a:pt x="5" y="88"/>
                    <a:pt x="2" y="66"/>
                    <a:pt x="0" y="44"/>
                  </a:cubicBezTo>
                  <a:cubicBezTo>
                    <a:pt x="0" y="42"/>
                    <a:pt x="1" y="39"/>
                    <a:pt x="2" y="38"/>
                  </a:cubicBezTo>
                  <a:cubicBezTo>
                    <a:pt x="19" y="26"/>
                    <a:pt x="36" y="13"/>
                    <a:pt x="53" y="1"/>
                  </a:cubicBezTo>
                  <a:cubicBezTo>
                    <a:pt x="54" y="0"/>
                    <a:pt x="54" y="0"/>
                    <a:pt x="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88" name="Freeform 8">
              <a:extLst>
                <a:ext uri="{FF2B5EF4-FFF2-40B4-BE49-F238E27FC236}">
                  <a16:creationId xmlns:a16="http://schemas.microsoft.com/office/drawing/2014/main" id="{CDFDEEA1-1764-4450-8533-B9D0E9E43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0731" y="3771475"/>
              <a:ext cx="517929" cy="756140"/>
            </a:xfrm>
            <a:custGeom>
              <a:avLst/>
              <a:gdLst>
                <a:gd name="T0" fmla="*/ 55 w 147"/>
                <a:gd name="T1" fmla="*/ 36 h 214"/>
                <a:gd name="T2" fmla="*/ 50 w 147"/>
                <a:gd name="T3" fmla="*/ 59 h 214"/>
                <a:gd name="T4" fmla="*/ 59 w 147"/>
                <a:gd name="T5" fmla="*/ 99 h 214"/>
                <a:gd name="T6" fmla="*/ 74 w 147"/>
                <a:gd name="T7" fmla="*/ 125 h 214"/>
                <a:gd name="T8" fmla="*/ 87 w 147"/>
                <a:gd name="T9" fmla="*/ 80 h 214"/>
                <a:gd name="T10" fmla="*/ 117 w 147"/>
                <a:gd name="T11" fmla="*/ 43 h 214"/>
                <a:gd name="T12" fmla="*/ 119 w 147"/>
                <a:gd name="T13" fmla="*/ 85 h 214"/>
                <a:gd name="T14" fmla="*/ 127 w 147"/>
                <a:gd name="T15" fmla="*/ 75 h 214"/>
                <a:gd name="T16" fmla="*/ 134 w 147"/>
                <a:gd name="T17" fmla="*/ 22 h 214"/>
                <a:gd name="T18" fmla="*/ 133 w 147"/>
                <a:gd name="T19" fmla="*/ 10 h 214"/>
                <a:gd name="T20" fmla="*/ 139 w 147"/>
                <a:gd name="T21" fmla="*/ 25 h 214"/>
                <a:gd name="T22" fmla="*/ 135 w 147"/>
                <a:gd name="T23" fmla="*/ 96 h 214"/>
                <a:gd name="T24" fmla="*/ 118 w 147"/>
                <a:gd name="T25" fmla="*/ 140 h 214"/>
                <a:gd name="T26" fmla="*/ 114 w 147"/>
                <a:gd name="T27" fmla="*/ 154 h 214"/>
                <a:gd name="T28" fmla="*/ 99 w 147"/>
                <a:gd name="T29" fmla="*/ 125 h 214"/>
                <a:gd name="T30" fmla="*/ 102 w 147"/>
                <a:gd name="T31" fmla="*/ 93 h 214"/>
                <a:gd name="T32" fmla="*/ 94 w 147"/>
                <a:gd name="T33" fmla="*/ 114 h 214"/>
                <a:gd name="T34" fmla="*/ 94 w 147"/>
                <a:gd name="T35" fmla="*/ 155 h 214"/>
                <a:gd name="T36" fmla="*/ 85 w 147"/>
                <a:gd name="T37" fmla="*/ 191 h 214"/>
                <a:gd name="T38" fmla="*/ 61 w 147"/>
                <a:gd name="T39" fmla="*/ 214 h 214"/>
                <a:gd name="T40" fmla="*/ 50 w 147"/>
                <a:gd name="T41" fmla="*/ 173 h 214"/>
                <a:gd name="T42" fmla="*/ 33 w 147"/>
                <a:gd name="T43" fmla="*/ 107 h 214"/>
                <a:gd name="T44" fmla="*/ 38 w 147"/>
                <a:gd name="T45" fmla="*/ 86 h 214"/>
                <a:gd name="T46" fmla="*/ 29 w 147"/>
                <a:gd name="T47" fmla="*/ 103 h 214"/>
                <a:gd name="T48" fmla="*/ 25 w 147"/>
                <a:gd name="T49" fmla="*/ 125 h 214"/>
                <a:gd name="T50" fmla="*/ 13 w 147"/>
                <a:gd name="T51" fmla="*/ 141 h 214"/>
                <a:gd name="T52" fmla="*/ 3 w 147"/>
                <a:gd name="T53" fmla="*/ 70 h 214"/>
                <a:gd name="T54" fmla="*/ 12 w 147"/>
                <a:gd name="T55" fmla="*/ 12 h 214"/>
                <a:gd name="T56" fmla="*/ 21 w 147"/>
                <a:gd name="T57" fmla="*/ 0 h 214"/>
                <a:gd name="T58" fmla="*/ 21 w 147"/>
                <a:gd name="T59" fmla="*/ 72 h 214"/>
                <a:gd name="T60" fmla="*/ 55 w 147"/>
                <a:gd name="T61" fmla="*/ 3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7" h="214">
                  <a:moveTo>
                    <a:pt x="55" y="36"/>
                  </a:moveTo>
                  <a:cubicBezTo>
                    <a:pt x="53" y="44"/>
                    <a:pt x="51" y="51"/>
                    <a:pt x="50" y="59"/>
                  </a:cubicBezTo>
                  <a:cubicBezTo>
                    <a:pt x="48" y="74"/>
                    <a:pt x="52" y="86"/>
                    <a:pt x="59" y="99"/>
                  </a:cubicBezTo>
                  <a:cubicBezTo>
                    <a:pt x="64" y="107"/>
                    <a:pt x="69" y="116"/>
                    <a:pt x="74" y="125"/>
                  </a:cubicBezTo>
                  <a:cubicBezTo>
                    <a:pt x="75" y="109"/>
                    <a:pt x="79" y="94"/>
                    <a:pt x="87" y="80"/>
                  </a:cubicBezTo>
                  <a:cubicBezTo>
                    <a:pt x="94" y="66"/>
                    <a:pt x="104" y="54"/>
                    <a:pt x="117" y="43"/>
                  </a:cubicBezTo>
                  <a:cubicBezTo>
                    <a:pt x="120" y="57"/>
                    <a:pt x="121" y="71"/>
                    <a:pt x="119" y="85"/>
                  </a:cubicBezTo>
                  <a:cubicBezTo>
                    <a:pt x="124" y="83"/>
                    <a:pt x="126" y="79"/>
                    <a:pt x="127" y="75"/>
                  </a:cubicBezTo>
                  <a:cubicBezTo>
                    <a:pt x="135" y="58"/>
                    <a:pt x="136" y="40"/>
                    <a:pt x="134" y="22"/>
                  </a:cubicBezTo>
                  <a:cubicBezTo>
                    <a:pt x="134" y="18"/>
                    <a:pt x="133" y="14"/>
                    <a:pt x="133" y="10"/>
                  </a:cubicBezTo>
                  <a:cubicBezTo>
                    <a:pt x="135" y="15"/>
                    <a:pt x="138" y="20"/>
                    <a:pt x="139" y="25"/>
                  </a:cubicBezTo>
                  <a:cubicBezTo>
                    <a:pt x="147" y="50"/>
                    <a:pt x="144" y="73"/>
                    <a:pt x="135" y="96"/>
                  </a:cubicBezTo>
                  <a:cubicBezTo>
                    <a:pt x="130" y="111"/>
                    <a:pt x="123" y="126"/>
                    <a:pt x="118" y="140"/>
                  </a:cubicBezTo>
                  <a:cubicBezTo>
                    <a:pt x="116" y="145"/>
                    <a:pt x="115" y="149"/>
                    <a:pt x="114" y="154"/>
                  </a:cubicBezTo>
                  <a:cubicBezTo>
                    <a:pt x="108" y="145"/>
                    <a:pt x="102" y="136"/>
                    <a:pt x="99" y="125"/>
                  </a:cubicBezTo>
                  <a:cubicBezTo>
                    <a:pt x="97" y="114"/>
                    <a:pt x="99" y="103"/>
                    <a:pt x="102" y="93"/>
                  </a:cubicBezTo>
                  <a:cubicBezTo>
                    <a:pt x="97" y="99"/>
                    <a:pt x="95" y="106"/>
                    <a:pt x="94" y="114"/>
                  </a:cubicBezTo>
                  <a:cubicBezTo>
                    <a:pt x="94" y="127"/>
                    <a:pt x="94" y="141"/>
                    <a:pt x="94" y="155"/>
                  </a:cubicBezTo>
                  <a:cubicBezTo>
                    <a:pt x="94" y="167"/>
                    <a:pt x="92" y="180"/>
                    <a:pt x="85" y="191"/>
                  </a:cubicBezTo>
                  <a:cubicBezTo>
                    <a:pt x="79" y="201"/>
                    <a:pt x="72" y="209"/>
                    <a:pt x="61" y="214"/>
                  </a:cubicBezTo>
                  <a:cubicBezTo>
                    <a:pt x="63" y="198"/>
                    <a:pt x="55" y="186"/>
                    <a:pt x="50" y="173"/>
                  </a:cubicBezTo>
                  <a:cubicBezTo>
                    <a:pt x="40" y="152"/>
                    <a:pt x="30" y="131"/>
                    <a:pt x="33" y="107"/>
                  </a:cubicBezTo>
                  <a:cubicBezTo>
                    <a:pt x="34" y="100"/>
                    <a:pt x="36" y="94"/>
                    <a:pt x="38" y="86"/>
                  </a:cubicBezTo>
                  <a:cubicBezTo>
                    <a:pt x="32" y="91"/>
                    <a:pt x="30" y="97"/>
                    <a:pt x="29" y="103"/>
                  </a:cubicBezTo>
                  <a:cubicBezTo>
                    <a:pt x="27" y="110"/>
                    <a:pt x="26" y="118"/>
                    <a:pt x="25" y="125"/>
                  </a:cubicBezTo>
                  <a:cubicBezTo>
                    <a:pt x="23" y="132"/>
                    <a:pt x="19" y="138"/>
                    <a:pt x="13" y="141"/>
                  </a:cubicBezTo>
                  <a:cubicBezTo>
                    <a:pt x="9" y="117"/>
                    <a:pt x="5" y="94"/>
                    <a:pt x="3" y="70"/>
                  </a:cubicBezTo>
                  <a:cubicBezTo>
                    <a:pt x="0" y="50"/>
                    <a:pt x="2" y="30"/>
                    <a:pt x="12" y="12"/>
                  </a:cubicBezTo>
                  <a:cubicBezTo>
                    <a:pt x="15" y="8"/>
                    <a:pt x="18" y="4"/>
                    <a:pt x="21" y="0"/>
                  </a:cubicBezTo>
                  <a:cubicBezTo>
                    <a:pt x="8" y="24"/>
                    <a:pt x="12" y="47"/>
                    <a:pt x="21" y="72"/>
                  </a:cubicBezTo>
                  <a:cubicBezTo>
                    <a:pt x="28" y="55"/>
                    <a:pt x="40" y="44"/>
                    <a:pt x="5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60083280-0C0D-4782-BE0A-2CCE3D00D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2618" y="1499448"/>
              <a:ext cx="420479" cy="364535"/>
            </a:xfrm>
            <a:custGeom>
              <a:avLst/>
              <a:gdLst>
                <a:gd name="T0" fmla="*/ 119 w 119"/>
                <a:gd name="T1" fmla="*/ 103 h 103"/>
                <a:gd name="T2" fmla="*/ 0 w 119"/>
                <a:gd name="T3" fmla="*/ 100 h 103"/>
                <a:gd name="T4" fmla="*/ 62 w 119"/>
                <a:gd name="T5" fmla="*/ 0 h 103"/>
                <a:gd name="T6" fmla="*/ 119 w 119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03">
                  <a:moveTo>
                    <a:pt x="119" y="103"/>
                  </a:moveTo>
                  <a:cubicBezTo>
                    <a:pt x="79" y="102"/>
                    <a:pt x="39" y="101"/>
                    <a:pt x="0" y="100"/>
                  </a:cubicBezTo>
                  <a:cubicBezTo>
                    <a:pt x="3" y="84"/>
                    <a:pt x="47" y="12"/>
                    <a:pt x="62" y="0"/>
                  </a:cubicBezTo>
                  <a:cubicBezTo>
                    <a:pt x="76" y="12"/>
                    <a:pt x="118" y="90"/>
                    <a:pt x="119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0" name="Group 96">
            <a:extLst>
              <a:ext uri="{FF2B5EF4-FFF2-40B4-BE49-F238E27FC236}">
                <a16:creationId xmlns:a16="http://schemas.microsoft.com/office/drawing/2014/main" id="{3EA2F499-3686-4360-A9F9-75D019E5B5FD}"/>
              </a:ext>
            </a:extLst>
          </p:cNvPr>
          <p:cNvGrpSpPr/>
          <p:nvPr/>
        </p:nvGrpSpPr>
        <p:grpSpPr>
          <a:xfrm>
            <a:off x="7124234" y="4919978"/>
            <a:ext cx="873578" cy="873366"/>
            <a:chOff x="2700338" y="8651875"/>
            <a:chExt cx="6545262" cy="6543675"/>
          </a:xfrm>
          <a:solidFill>
            <a:srgbClr val="00B050"/>
          </a:solidFill>
        </p:grpSpPr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E7854809-6CB3-4587-B026-513CC5F0E6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10820400"/>
              <a:ext cx="4376737" cy="4375150"/>
            </a:xfrm>
            <a:custGeom>
              <a:avLst/>
              <a:gdLst>
                <a:gd name="T0" fmla="*/ 477 w 1376"/>
                <a:gd name="T1" fmla="*/ 1360 h 1376"/>
                <a:gd name="T2" fmla="*/ 312 w 1376"/>
                <a:gd name="T3" fmla="*/ 1212 h 1376"/>
                <a:gd name="T4" fmla="*/ 237 w 1376"/>
                <a:gd name="T5" fmla="*/ 1044 h 1376"/>
                <a:gd name="T6" fmla="*/ 64 w 1376"/>
                <a:gd name="T7" fmla="*/ 1013 h 1376"/>
                <a:gd name="T8" fmla="*/ 51 w 1376"/>
                <a:gd name="T9" fmla="*/ 793 h 1376"/>
                <a:gd name="T10" fmla="*/ 117 w 1376"/>
                <a:gd name="T11" fmla="*/ 621 h 1376"/>
                <a:gd name="T12" fmla="*/ 16 w 1376"/>
                <a:gd name="T13" fmla="*/ 476 h 1376"/>
                <a:gd name="T14" fmla="*/ 164 w 1376"/>
                <a:gd name="T15" fmla="*/ 312 h 1376"/>
                <a:gd name="T16" fmla="*/ 332 w 1376"/>
                <a:gd name="T17" fmla="*/ 237 h 1376"/>
                <a:gd name="T18" fmla="*/ 363 w 1376"/>
                <a:gd name="T19" fmla="*/ 63 h 1376"/>
                <a:gd name="T20" fmla="*/ 583 w 1376"/>
                <a:gd name="T21" fmla="*/ 51 h 1376"/>
                <a:gd name="T22" fmla="*/ 755 w 1376"/>
                <a:gd name="T23" fmla="*/ 116 h 1376"/>
                <a:gd name="T24" fmla="*/ 900 w 1376"/>
                <a:gd name="T25" fmla="*/ 16 h 1376"/>
                <a:gd name="T26" fmla="*/ 1064 w 1376"/>
                <a:gd name="T27" fmla="*/ 163 h 1376"/>
                <a:gd name="T28" fmla="*/ 1139 w 1376"/>
                <a:gd name="T29" fmla="*/ 331 h 1376"/>
                <a:gd name="T30" fmla="*/ 1313 w 1376"/>
                <a:gd name="T31" fmla="*/ 362 h 1376"/>
                <a:gd name="T32" fmla="*/ 1360 w 1376"/>
                <a:gd name="T33" fmla="*/ 476 h 1376"/>
                <a:gd name="T34" fmla="*/ 1260 w 1376"/>
                <a:gd name="T35" fmla="*/ 621 h 1376"/>
                <a:gd name="T36" fmla="*/ 1325 w 1376"/>
                <a:gd name="T37" fmla="*/ 793 h 1376"/>
                <a:gd name="T38" fmla="*/ 1313 w 1376"/>
                <a:gd name="T39" fmla="*/ 1013 h 1376"/>
                <a:gd name="T40" fmla="*/ 1139 w 1376"/>
                <a:gd name="T41" fmla="*/ 1044 h 1376"/>
                <a:gd name="T42" fmla="*/ 1064 w 1376"/>
                <a:gd name="T43" fmla="*/ 1212 h 1376"/>
                <a:gd name="T44" fmla="*/ 900 w 1376"/>
                <a:gd name="T45" fmla="*/ 1360 h 1376"/>
                <a:gd name="T46" fmla="*/ 755 w 1376"/>
                <a:gd name="T47" fmla="*/ 1259 h 1376"/>
                <a:gd name="T48" fmla="*/ 583 w 1376"/>
                <a:gd name="T49" fmla="*/ 1325 h 1376"/>
                <a:gd name="T50" fmla="*/ 403 w 1376"/>
                <a:gd name="T51" fmla="*/ 1230 h 1376"/>
                <a:gd name="T52" fmla="*/ 544 w 1376"/>
                <a:gd name="T53" fmla="*/ 1210 h 1376"/>
                <a:gd name="T54" fmla="*/ 748 w 1376"/>
                <a:gd name="T55" fmla="*/ 1167 h 1376"/>
                <a:gd name="T56" fmla="*/ 870 w 1376"/>
                <a:gd name="T57" fmla="*/ 1273 h 1376"/>
                <a:gd name="T58" fmla="*/ 956 w 1376"/>
                <a:gd name="T59" fmla="*/ 1159 h 1376"/>
                <a:gd name="T60" fmla="*/ 1070 w 1376"/>
                <a:gd name="T61" fmla="*/ 985 h 1376"/>
                <a:gd name="T62" fmla="*/ 1230 w 1376"/>
                <a:gd name="T63" fmla="*/ 973 h 1376"/>
                <a:gd name="T64" fmla="*/ 1211 w 1376"/>
                <a:gd name="T65" fmla="*/ 832 h 1376"/>
                <a:gd name="T66" fmla="*/ 1168 w 1376"/>
                <a:gd name="T67" fmla="*/ 628 h 1376"/>
                <a:gd name="T68" fmla="*/ 1274 w 1376"/>
                <a:gd name="T69" fmla="*/ 506 h 1376"/>
                <a:gd name="T70" fmla="*/ 1160 w 1376"/>
                <a:gd name="T71" fmla="*/ 420 h 1376"/>
                <a:gd name="T72" fmla="*/ 986 w 1376"/>
                <a:gd name="T73" fmla="*/ 306 h 1376"/>
                <a:gd name="T74" fmla="*/ 974 w 1376"/>
                <a:gd name="T75" fmla="*/ 146 h 1376"/>
                <a:gd name="T76" fmla="*/ 833 w 1376"/>
                <a:gd name="T77" fmla="*/ 165 h 1376"/>
                <a:gd name="T78" fmla="*/ 629 w 1376"/>
                <a:gd name="T79" fmla="*/ 208 h 1376"/>
                <a:gd name="T80" fmla="*/ 507 w 1376"/>
                <a:gd name="T81" fmla="*/ 102 h 1376"/>
                <a:gd name="T82" fmla="*/ 421 w 1376"/>
                <a:gd name="T83" fmla="*/ 216 h 1376"/>
                <a:gd name="T84" fmla="*/ 307 w 1376"/>
                <a:gd name="T85" fmla="*/ 390 h 1376"/>
                <a:gd name="T86" fmla="*/ 146 w 1376"/>
                <a:gd name="T87" fmla="*/ 402 h 1376"/>
                <a:gd name="T88" fmla="*/ 166 w 1376"/>
                <a:gd name="T89" fmla="*/ 543 h 1376"/>
                <a:gd name="T90" fmla="*/ 209 w 1376"/>
                <a:gd name="T91" fmla="*/ 747 h 1376"/>
                <a:gd name="T92" fmla="*/ 103 w 1376"/>
                <a:gd name="T93" fmla="*/ 869 h 1376"/>
                <a:gd name="T94" fmla="*/ 217 w 1376"/>
                <a:gd name="T95" fmla="*/ 955 h 1376"/>
                <a:gd name="T96" fmla="*/ 391 w 1376"/>
                <a:gd name="T97" fmla="*/ 1069 h 1376"/>
                <a:gd name="T98" fmla="*/ 403 w 1376"/>
                <a:gd name="T99" fmla="*/ 123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6" h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30838E35-2FC1-435D-A9F4-41456D83B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375" y="11879263"/>
              <a:ext cx="2255837" cy="2120900"/>
            </a:xfrm>
            <a:custGeom>
              <a:avLst/>
              <a:gdLst>
                <a:gd name="T0" fmla="*/ 354 w 709"/>
                <a:gd name="T1" fmla="*/ 667 h 667"/>
                <a:gd name="T2" fmla="*/ 235 w 709"/>
                <a:gd name="T3" fmla="*/ 643 h 667"/>
                <a:gd name="T4" fmla="*/ 66 w 709"/>
                <a:gd name="T5" fmla="*/ 474 h 667"/>
                <a:gd name="T6" fmla="*/ 235 w 709"/>
                <a:gd name="T7" fmla="*/ 66 h 667"/>
                <a:gd name="T8" fmla="*/ 643 w 709"/>
                <a:gd name="T9" fmla="*/ 235 h 667"/>
                <a:gd name="T10" fmla="*/ 643 w 709"/>
                <a:gd name="T11" fmla="*/ 235 h 667"/>
                <a:gd name="T12" fmla="*/ 474 w 709"/>
                <a:gd name="T13" fmla="*/ 643 h 667"/>
                <a:gd name="T14" fmla="*/ 354 w 709"/>
                <a:gd name="T15" fmla="*/ 667 h 667"/>
                <a:gd name="T16" fmla="*/ 354 w 709"/>
                <a:gd name="T17" fmla="*/ 134 h 667"/>
                <a:gd name="T18" fmla="*/ 270 w 709"/>
                <a:gd name="T19" fmla="*/ 151 h 667"/>
                <a:gd name="T20" fmla="*/ 150 w 709"/>
                <a:gd name="T21" fmla="*/ 439 h 667"/>
                <a:gd name="T22" fmla="*/ 270 w 709"/>
                <a:gd name="T23" fmla="*/ 559 h 667"/>
                <a:gd name="T24" fmla="*/ 439 w 709"/>
                <a:gd name="T25" fmla="*/ 559 h 667"/>
                <a:gd name="T26" fmla="*/ 558 w 709"/>
                <a:gd name="T27" fmla="*/ 270 h 667"/>
                <a:gd name="T28" fmla="*/ 354 w 709"/>
                <a:gd name="T29" fmla="*/ 134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9" h="667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366A0BB1-4A64-4CBA-9056-50F433831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8651875"/>
              <a:ext cx="3311525" cy="3309938"/>
            </a:xfrm>
            <a:custGeom>
              <a:avLst/>
              <a:gdLst>
                <a:gd name="T0" fmla="*/ 476 w 1041"/>
                <a:gd name="T1" fmla="*/ 1041 h 1041"/>
                <a:gd name="T2" fmla="*/ 397 w 1041"/>
                <a:gd name="T3" fmla="*/ 930 h 1041"/>
                <a:gd name="T4" fmla="*/ 279 w 1041"/>
                <a:gd name="T5" fmla="*/ 927 h 1041"/>
                <a:gd name="T6" fmla="*/ 121 w 1041"/>
                <a:gd name="T7" fmla="*/ 857 h 1041"/>
                <a:gd name="T8" fmla="*/ 143 w 1041"/>
                <a:gd name="T9" fmla="*/ 723 h 1041"/>
                <a:gd name="T10" fmla="*/ 62 w 1041"/>
                <a:gd name="T11" fmla="*/ 637 h 1041"/>
                <a:gd name="T12" fmla="*/ 0 w 1041"/>
                <a:gd name="T13" fmla="*/ 476 h 1041"/>
                <a:gd name="T14" fmla="*/ 111 w 1041"/>
                <a:gd name="T15" fmla="*/ 397 h 1041"/>
                <a:gd name="T16" fmla="*/ 114 w 1041"/>
                <a:gd name="T17" fmla="*/ 279 h 1041"/>
                <a:gd name="T18" fmla="*/ 184 w 1041"/>
                <a:gd name="T19" fmla="*/ 121 h 1041"/>
                <a:gd name="T20" fmla="*/ 318 w 1041"/>
                <a:gd name="T21" fmla="*/ 143 h 1041"/>
                <a:gd name="T22" fmla="*/ 404 w 1041"/>
                <a:gd name="T23" fmla="*/ 62 h 1041"/>
                <a:gd name="T24" fmla="*/ 565 w 1041"/>
                <a:gd name="T25" fmla="*/ 0 h 1041"/>
                <a:gd name="T26" fmla="*/ 644 w 1041"/>
                <a:gd name="T27" fmla="*/ 110 h 1041"/>
                <a:gd name="T28" fmla="*/ 762 w 1041"/>
                <a:gd name="T29" fmla="*/ 114 h 1041"/>
                <a:gd name="T30" fmla="*/ 920 w 1041"/>
                <a:gd name="T31" fmla="*/ 184 h 1041"/>
                <a:gd name="T32" fmla="*/ 898 w 1041"/>
                <a:gd name="T33" fmla="*/ 318 h 1041"/>
                <a:gd name="T34" fmla="*/ 979 w 1041"/>
                <a:gd name="T35" fmla="*/ 404 h 1041"/>
                <a:gd name="T36" fmla="*/ 1041 w 1041"/>
                <a:gd name="T37" fmla="*/ 565 h 1041"/>
                <a:gd name="T38" fmla="*/ 931 w 1041"/>
                <a:gd name="T39" fmla="*/ 644 h 1041"/>
                <a:gd name="T40" fmla="*/ 927 w 1041"/>
                <a:gd name="T41" fmla="*/ 762 h 1041"/>
                <a:gd name="T42" fmla="*/ 857 w 1041"/>
                <a:gd name="T43" fmla="*/ 920 h 1041"/>
                <a:gd name="T44" fmla="*/ 723 w 1041"/>
                <a:gd name="T45" fmla="*/ 898 h 1041"/>
                <a:gd name="T46" fmla="*/ 637 w 1041"/>
                <a:gd name="T47" fmla="*/ 979 h 1041"/>
                <a:gd name="T48" fmla="*/ 488 w 1041"/>
                <a:gd name="T49" fmla="*/ 954 h 1041"/>
                <a:gd name="T50" fmla="*/ 559 w 1041"/>
                <a:gd name="T51" fmla="*/ 910 h 1041"/>
                <a:gd name="T52" fmla="*/ 689 w 1041"/>
                <a:gd name="T53" fmla="*/ 817 h 1041"/>
                <a:gd name="T54" fmla="*/ 804 w 1041"/>
                <a:gd name="T55" fmla="*/ 849 h 1041"/>
                <a:gd name="T56" fmla="*/ 823 w 1041"/>
                <a:gd name="T57" fmla="*/ 769 h 1041"/>
                <a:gd name="T58" fmla="*/ 850 w 1041"/>
                <a:gd name="T59" fmla="*/ 611 h 1041"/>
                <a:gd name="T60" fmla="*/ 954 w 1041"/>
                <a:gd name="T61" fmla="*/ 553 h 1041"/>
                <a:gd name="T62" fmla="*/ 910 w 1041"/>
                <a:gd name="T63" fmla="*/ 482 h 1041"/>
                <a:gd name="T64" fmla="*/ 817 w 1041"/>
                <a:gd name="T65" fmla="*/ 352 h 1041"/>
                <a:gd name="T66" fmla="*/ 850 w 1041"/>
                <a:gd name="T67" fmla="*/ 237 h 1041"/>
                <a:gd name="T68" fmla="*/ 769 w 1041"/>
                <a:gd name="T69" fmla="*/ 218 h 1041"/>
                <a:gd name="T70" fmla="*/ 612 w 1041"/>
                <a:gd name="T71" fmla="*/ 191 h 1041"/>
                <a:gd name="T72" fmla="*/ 553 w 1041"/>
                <a:gd name="T73" fmla="*/ 87 h 1041"/>
                <a:gd name="T74" fmla="*/ 482 w 1041"/>
                <a:gd name="T75" fmla="*/ 131 h 1041"/>
                <a:gd name="T76" fmla="*/ 353 w 1041"/>
                <a:gd name="T77" fmla="*/ 224 h 1041"/>
                <a:gd name="T78" fmla="*/ 237 w 1041"/>
                <a:gd name="T79" fmla="*/ 191 h 1041"/>
                <a:gd name="T80" fmla="*/ 218 w 1041"/>
                <a:gd name="T81" fmla="*/ 272 h 1041"/>
                <a:gd name="T82" fmla="*/ 192 w 1041"/>
                <a:gd name="T83" fmla="*/ 429 h 1041"/>
                <a:gd name="T84" fmla="*/ 87 w 1041"/>
                <a:gd name="T85" fmla="*/ 488 h 1041"/>
                <a:gd name="T86" fmla="*/ 131 w 1041"/>
                <a:gd name="T87" fmla="*/ 559 h 1041"/>
                <a:gd name="T88" fmla="*/ 224 w 1041"/>
                <a:gd name="T89" fmla="*/ 688 h 1041"/>
                <a:gd name="T90" fmla="*/ 192 w 1041"/>
                <a:gd name="T91" fmla="*/ 804 h 1041"/>
                <a:gd name="T92" fmla="*/ 272 w 1041"/>
                <a:gd name="T93" fmla="*/ 823 h 1041"/>
                <a:gd name="T94" fmla="*/ 430 w 1041"/>
                <a:gd name="T95" fmla="*/ 849 h 1041"/>
                <a:gd name="T96" fmla="*/ 488 w 1041"/>
                <a:gd name="T97" fmla="*/ 95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1" h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CEB18F7D-20AE-45B6-84E9-44BBA89EA7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0875" y="9717088"/>
              <a:ext cx="1179512" cy="1179513"/>
            </a:xfrm>
            <a:custGeom>
              <a:avLst/>
              <a:gdLst>
                <a:gd name="T0" fmla="*/ 186 w 371"/>
                <a:gd name="T1" fmla="*/ 371 h 371"/>
                <a:gd name="T2" fmla="*/ 0 w 371"/>
                <a:gd name="T3" fmla="*/ 185 h 371"/>
                <a:gd name="T4" fmla="*/ 186 w 371"/>
                <a:gd name="T5" fmla="*/ 0 h 371"/>
                <a:gd name="T6" fmla="*/ 371 w 371"/>
                <a:gd name="T7" fmla="*/ 185 h 371"/>
                <a:gd name="T8" fmla="*/ 186 w 371"/>
                <a:gd name="T9" fmla="*/ 371 h 371"/>
                <a:gd name="T10" fmla="*/ 186 w 371"/>
                <a:gd name="T11" fmla="*/ 82 h 371"/>
                <a:gd name="T12" fmla="*/ 83 w 371"/>
                <a:gd name="T13" fmla="*/ 185 h 371"/>
                <a:gd name="T14" fmla="*/ 186 w 371"/>
                <a:gd name="T15" fmla="*/ 288 h 371"/>
                <a:gd name="T16" fmla="*/ 289 w 371"/>
                <a:gd name="T17" fmla="*/ 185 h 371"/>
                <a:gd name="T18" fmla="*/ 186 w 371"/>
                <a:gd name="T19" fmla="*/ 82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id="{49747948-7997-4C3F-8997-A0398DBCB8ED}"/>
              </a:ext>
            </a:extLst>
          </p:cNvPr>
          <p:cNvSpPr txBox="1"/>
          <p:nvPr/>
        </p:nvSpPr>
        <p:spPr>
          <a:xfrm>
            <a:off x="8180479" y="1837397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1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43BC36-261C-44F2-9F4D-23BC26A41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59" y="1396394"/>
            <a:ext cx="6196748" cy="4131165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09C5DAB3-FF3F-4DDB-8BCC-1A72919FA0CE}"/>
              </a:ext>
            </a:extLst>
          </p:cNvPr>
          <p:cNvSpPr>
            <a:spLocks/>
          </p:cNvSpPr>
          <p:nvPr/>
        </p:nvSpPr>
        <p:spPr bwMode="auto">
          <a:xfrm>
            <a:off x="1334139" y="2377484"/>
            <a:ext cx="10008" cy="12317"/>
          </a:xfrm>
          <a:custGeom>
            <a:avLst/>
            <a:gdLst>
              <a:gd name="T0" fmla="*/ 10 w 11"/>
              <a:gd name="T1" fmla="*/ 0 h 13"/>
              <a:gd name="T2" fmla="*/ 4 w 11"/>
              <a:gd name="T3" fmla="*/ 13 h 13"/>
              <a:gd name="T4" fmla="*/ 10 w 11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3">
                <a:moveTo>
                  <a:pt x="10" y="0"/>
                </a:moveTo>
                <a:cubicBezTo>
                  <a:pt x="11" y="6"/>
                  <a:pt x="9" y="10"/>
                  <a:pt x="4" y="13"/>
                </a:cubicBezTo>
                <a:cubicBezTo>
                  <a:pt x="0" y="6"/>
                  <a:pt x="3" y="2"/>
                  <a:pt x="10" y="0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F4C905EC-B08C-4ED6-AA05-412FBA5A9127}"/>
              </a:ext>
            </a:extLst>
          </p:cNvPr>
          <p:cNvSpPr>
            <a:spLocks/>
          </p:cNvSpPr>
          <p:nvPr/>
        </p:nvSpPr>
        <p:spPr bwMode="auto">
          <a:xfrm>
            <a:off x="6035388" y="2377484"/>
            <a:ext cx="11547" cy="12317"/>
          </a:xfrm>
          <a:custGeom>
            <a:avLst/>
            <a:gdLst>
              <a:gd name="T0" fmla="*/ 8 w 12"/>
              <a:gd name="T1" fmla="*/ 13 h 13"/>
              <a:gd name="T2" fmla="*/ 2 w 12"/>
              <a:gd name="T3" fmla="*/ 0 h 13"/>
              <a:gd name="T4" fmla="*/ 8 w 12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3">
                <a:moveTo>
                  <a:pt x="8" y="13"/>
                </a:moveTo>
                <a:cubicBezTo>
                  <a:pt x="2" y="10"/>
                  <a:pt x="0" y="6"/>
                  <a:pt x="2" y="0"/>
                </a:cubicBezTo>
                <a:cubicBezTo>
                  <a:pt x="9" y="2"/>
                  <a:pt x="12" y="6"/>
                  <a:pt x="8" y="13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435BD7B7-FFC1-493E-8653-53AC49D21FAA}"/>
              </a:ext>
            </a:extLst>
          </p:cNvPr>
          <p:cNvSpPr>
            <a:spLocks/>
          </p:cNvSpPr>
          <p:nvPr/>
        </p:nvSpPr>
        <p:spPr bwMode="auto">
          <a:xfrm>
            <a:off x="6040776" y="2399039"/>
            <a:ext cx="11547" cy="10777"/>
          </a:xfrm>
          <a:custGeom>
            <a:avLst/>
            <a:gdLst>
              <a:gd name="T0" fmla="*/ 6 w 12"/>
              <a:gd name="T1" fmla="*/ 11 h 11"/>
              <a:gd name="T2" fmla="*/ 5 w 12"/>
              <a:gd name="T3" fmla="*/ 0 h 11"/>
              <a:gd name="T4" fmla="*/ 6 w 12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1">
                <a:moveTo>
                  <a:pt x="6" y="11"/>
                </a:moveTo>
                <a:cubicBezTo>
                  <a:pt x="1" y="8"/>
                  <a:pt x="0" y="4"/>
                  <a:pt x="5" y="0"/>
                </a:cubicBezTo>
                <a:cubicBezTo>
                  <a:pt x="10" y="3"/>
                  <a:pt x="12" y="7"/>
                  <a:pt x="6" y="11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363B1C43-C135-4497-A706-5140D67E3A99}"/>
              </a:ext>
            </a:extLst>
          </p:cNvPr>
          <p:cNvSpPr>
            <a:spLocks/>
          </p:cNvSpPr>
          <p:nvPr/>
        </p:nvSpPr>
        <p:spPr bwMode="auto">
          <a:xfrm>
            <a:off x="6576566" y="5497537"/>
            <a:ext cx="2310" cy="3079"/>
          </a:xfrm>
          <a:custGeom>
            <a:avLst/>
            <a:gdLst>
              <a:gd name="T0" fmla="*/ 0 w 2"/>
              <a:gd name="T1" fmla="*/ 3 h 3"/>
              <a:gd name="T2" fmla="*/ 1 w 2"/>
              <a:gd name="T3" fmla="*/ 2 h 3"/>
              <a:gd name="T4" fmla="*/ 2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0" y="2"/>
                  <a:pt x="1" y="2"/>
                  <a:pt x="1" y="2"/>
                </a:cubicBezTo>
                <a:cubicBezTo>
                  <a:pt x="1" y="2"/>
                  <a:pt x="2" y="1"/>
                  <a:pt x="2" y="0"/>
                </a:cubicBezTo>
                <a:cubicBezTo>
                  <a:pt x="1" y="1"/>
                  <a:pt x="1" y="2"/>
                  <a:pt x="0" y="3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7D667471-CC36-4DF8-B40F-43AE930B1296}"/>
              </a:ext>
            </a:extLst>
          </p:cNvPr>
          <p:cNvSpPr>
            <a:spLocks/>
          </p:cNvSpPr>
          <p:nvPr/>
        </p:nvSpPr>
        <p:spPr bwMode="auto">
          <a:xfrm>
            <a:off x="802198" y="5497537"/>
            <a:ext cx="2310" cy="1540"/>
          </a:xfrm>
          <a:custGeom>
            <a:avLst/>
            <a:gdLst>
              <a:gd name="T0" fmla="*/ 0 w 2"/>
              <a:gd name="T1" fmla="*/ 0 h 2"/>
              <a:gd name="T2" fmla="*/ 1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2"/>
                  <a:pt x="2" y="2"/>
                </a:cubicBezTo>
                <a:cubicBezTo>
                  <a:pt x="1" y="2"/>
                  <a:pt x="1" y="1"/>
                  <a:pt x="0" y="0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5FC812C2-04EB-409B-87FA-04FC1C0322DA}"/>
              </a:ext>
            </a:extLst>
          </p:cNvPr>
          <p:cNvSpPr txBox="1"/>
          <p:nvPr/>
        </p:nvSpPr>
        <p:spPr>
          <a:xfrm>
            <a:off x="3931467" y="313193"/>
            <a:ext cx="4719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F6D82AED-0F48-488A-84DA-923C304913F6}"/>
              </a:ext>
            </a:extLst>
          </p:cNvPr>
          <p:cNvSpPr>
            <a:spLocks/>
          </p:cNvSpPr>
          <p:nvPr/>
        </p:nvSpPr>
        <p:spPr bwMode="auto">
          <a:xfrm>
            <a:off x="1334139" y="2377484"/>
            <a:ext cx="10008" cy="12317"/>
          </a:xfrm>
          <a:custGeom>
            <a:avLst/>
            <a:gdLst>
              <a:gd name="T0" fmla="*/ 10 w 11"/>
              <a:gd name="T1" fmla="*/ 0 h 13"/>
              <a:gd name="T2" fmla="*/ 4 w 11"/>
              <a:gd name="T3" fmla="*/ 13 h 13"/>
              <a:gd name="T4" fmla="*/ 10 w 11"/>
              <a:gd name="T5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" h="13">
                <a:moveTo>
                  <a:pt x="10" y="0"/>
                </a:moveTo>
                <a:cubicBezTo>
                  <a:pt x="11" y="6"/>
                  <a:pt x="9" y="10"/>
                  <a:pt x="4" y="13"/>
                </a:cubicBezTo>
                <a:cubicBezTo>
                  <a:pt x="0" y="6"/>
                  <a:pt x="3" y="2"/>
                  <a:pt x="10" y="0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60AF6A52-6F91-4DAC-9EE5-4475A9393B07}"/>
              </a:ext>
            </a:extLst>
          </p:cNvPr>
          <p:cNvSpPr>
            <a:spLocks/>
          </p:cNvSpPr>
          <p:nvPr/>
        </p:nvSpPr>
        <p:spPr bwMode="auto">
          <a:xfrm>
            <a:off x="6035388" y="2377484"/>
            <a:ext cx="11547" cy="12317"/>
          </a:xfrm>
          <a:custGeom>
            <a:avLst/>
            <a:gdLst>
              <a:gd name="T0" fmla="*/ 8 w 12"/>
              <a:gd name="T1" fmla="*/ 13 h 13"/>
              <a:gd name="T2" fmla="*/ 2 w 12"/>
              <a:gd name="T3" fmla="*/ 0 h 13"/>
              <a:gd name="T4" fmla="*/ 8 w 12"/>
              <a:gd name="T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3">
                <a:moveTo>
                  <a:pt x="8" y="13"/>
                </a:moveTo>
                <a:cubicBezTo>
                  <a:pt x="2" y="10"/>
                  <a:pt x="0" y="6"/>
                  <a:pt x="2" y="0"/>
                </a:cubicBezTo>
                <a:cubicBezTo>
                  <a:pt x="9" y="2"/>
                  <a:pt x="12" y="6"/>
                  <a:pt x="8" y="13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C254651E-7264-448A-9CA2-24001AA72BEB}"/>
              </a:ext>
            </a:extLst>
          </p:cNvPr>
          <p:cNvSpPr>
            <a:spLocks/>
          </p:cNvSpPr>
          <p:nvPr/>
        </p:nvSpPr>
        <p:spPr bwMode="auto">
          <a:xfrm>
            <a:off x="6040776" y="2399039"/>
            <a:ext cx="11547" cy="10777"/>
          </a:xfrm>
          <a:custGeom>
            <a:avLst/>
            <a:gdLst>
              <a:gd name="T0" fmla="*/ 6 w 12"/>
              <a:gd name="T1" fmla="*/ 11 h 11"/>
              <a:gd name="T2" fmla="*/ 5 w 12"/>
              <a:gd name="T3" fmla="*/ 0 h 11"/>
              <a:gd name="T4" fmla="*/ 6 w 12"/>
              <a:gd name="T5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11">
                <a:moveTo>
                  <a:pt x="6" y="11"/>
                </a:moveTo>
                <a:cubicBezTo>
                  <a:pt x="1" y="8"/>
                  <a:pt x="0" y="4"/>
                  <a:pt x="5" y="0"/>
                </a:cubicBezTo>
                <a:cubicBezTo>
                  <a:pt x="10" y="3"/>
                  <a:pt x="12" y="7"/>
                  <a:pt x="6" y="11"/>
                </a:cubicBezTo>
                <a:close/>
              </a:path>
            </a:pathLst>
          </a:custGeom>
          <a:solidFill>
            <a:srgbClr val="8D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998848FB-6FBB-410E-A041-7D7DB00842BE}"/>
              </a:ext>
            </a:extLst>
          </p:cNvPr>
          <p:cNvSpPr>
            <a:spLocks/>
          </p:cNvSpPr>
          <p:nvPr/>
        </p:nvSpPr>
        <p:spPr bwMode="auto">
          <a:xfrm>
            <a:off x="6576566" y="5497537"/>
            <a:ext cx="2310" cy="3079"/>
          </a:xfrm>
          <a:custGeom>
            <a:avLst/>
            <a:gdLst>
              <a:gd name="T0" fmla="*/ 0 w 2"/>
              <a:gd name="T1" fmla="*/ 3 h 3"/>
              <a:gd name="T2" fmla="*/ 1 w 2"/>
              <a:gd name="T3" fmla="*/ 2 h 3"/>
              <a:gd name="T4" fmla="*/ 2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cubicBezTo>
                  <a:pt x="0" y="2"/>
                  <a:pt x="1" y="2"/>
                  <a:pt x="1" y="2"/>
                </a:cubicBezTo>
                <a:cubicBezTo>
                  <a:pt x="1" y="2"/>
                  <a:pt x="2" y="1"/>
                  <a:pt x="2" y="0"/>
                </a:cubicBezTo>
                <a:cubicBezTo>
                  <a:pt x="1" y="1"/>
                  <a:pt x="1" y="2"/>
                  <a:pt x="0" y="3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639C9D11-76C7-4CA3-B08A-D048675D6D68}"/>
              </a:ext>
            </a:extLst>
          </p:cNvPr>
          <p:cNvSpPr>
            <a:spLocks/>
          </p:cNvSpPr>
          <p:nvPr/>
        </p:nvSpPr>
        <p:spPr bwMode="auto">
          <a:xfrm>
            <a:off x="802198" y="5497537"/>
            <a:ext cx="2310" cy="1540"/>
          </a:xfrm>
          <a:custGeom>
            <a:avLst/>
            <a:gdLst>
              <a:gd name="T0" fmla="*/ 0 w 2"/>
              <a:gd name="T1" fmla="*/ 0 h 2"/>
              <a:gd name="T2" fmla="*/ 1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2"/>
                  <a:pt x="2" y="2"/>
                </a:cubicBezTo>
                <a:cubicBezTo>
                  <a:pt x="1" y="2"/>
                  <a:pt x="1" y="1"/>
                  <a:pt x="0" y="0"/>
                </a:cubicBezTo>
                <a:close/>
              </a:path>
            </a:pathLst>
          </a:custGeom>
          <a:solidFill>
            <a:srgbClr val="F5F6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2" name="Group 90">
            <a:extLst>
              <a:ext uri="{FF2B5EF4-FFF2-40B4-BE49-F238E27FC236}">
                <a16:creationId xmlns:a16="http://schemas.microsoft.com/office/drawing/2014/main" id="{CE33E190-A7D6-49E5-9802-400858F1109D}"/>
              </a:ext>
            </a:extLst>
          </p:cNvPr>
          <p:cNvGrpSpPr/>
          <p:nvPr/>
        </p:nvGrpSpPr>
        <p:grpSpPr>
          <a:xfrm rot="2247443">
            <a:off x="9088472" y="-1055928"/>
            <a:ext cx="469817" cy="1018019"/>
            <a:chOff x="9490633" y="1499448"/>
            <a:chExt cx="1270458" cy="3028167"/>
          </a:xfrm>
          <a:solidFill>
            <a:srgbClr val="92D050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A83FA45-8DA9-42E7-8E3B-7D62AC3330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30649" y="1907294"/>
              <a:ext cx="822910" cy="1768535"/>
            </a:xfrm>
            <a:custGeom>
              <a:avLst/>
              <a:gdLst>
                <a:gd name="T0" fmla="*/ 39 w 233"/>
                <a:gd name="T1" fmla="*/ 495 h 500"/>
                <a:gd name="T2" fmla="*/ 32 w 233"/>
                <a:gd name="T3" fmla="*/ 475 h 500"/>
                <a:gd name="T4" fmla="*/ 10 w 233"/>
                <a:gd name="T5" fmla="*/ 385 h 500"/>
                <a:gd name="T6" fmla="*/ 1 w 233"/>
                <a:gd name="T7" fmla="*/ 262 h 500"/>
                <a:gd name="T8" fmla="*/ 14 w 233"/>
                <a:gd name="T9" fmla="*/ 133 h 500"/>
                <a:gd name="T10" fmla="*/ 43 w 233"/>
                <a:gd name="T11" fmla="*/ 30 h 500"/>
                <a:gd name="T12" fmla="*/ 53 w 233"/>
                <a:gd name="T13" fmla="*/ 4 h 500"/>
                <a:gd name="T14" fmla="*/ 59 w 233"/>
                <a:gd name="T15" fmla="*/ 0 h 500"/>
                <a:gd name="T16" fmla="*/ 157 w 233"/>
                <a:gd name="T17" fmla="*/ 3 h 500"/>
                <a:gd name="T18" fmla="*/ 183 w 233"/>
                <a:gd name="T19" fmla="*/ 3 h 500"/>
                <a:gd name="T20" fmla="*/ 190 w 233"/>
                <a:gd name="T21" fmla="*/ 8 h 500"/>
                <a:gd name="T22" fmla="*/ 226 w 233"/>
                <a:gd name="T23" fmla="*/ 170 h 500"/>
                <a:gd name="T24" fmla="*/ 215 w 233"/>
                <a:gd name="T25" fmla="*/ 378 h 500"/>
                <a:gd name="T26" fmla="*/ 179 w 233"/>
                <a:gd name="T27" fmla="*/ 497 h 500"/>
                <a:gd name="T28" fmla="*/ 174 w 233"/>
                <a:gd name="T29" fmla="*/ 500 h 500"/>
                <a:gd name="T30" fmla="*/ 90 w 233"/>
                <a:gd name="T31" fmla="*/ 497 h 500"/>
                <a:gd name="T32" fmla="*/ 44 w 233"/>
                <a:gd name="T33" fmla="*/ 496 h 500"/>
                <a:gd name="T34" fmla="*/ 39 w 233"/>
                <a:gd name="T35" fmla="*/ 495 h 500"/>
                <a:gd name="T36" fmla="*/ 148 w 233"/>
                <a:gd name="T37" fmla="*/ 145 h 500"/>
                <a:gd name="T38" fmla="*/ 154 w 233"/>
                <a:gd name="T39" fmla="*/ 80 h 500"/>
                <a:gd name="T40" fmla="*/ 90 w 233"/>
                <a:gd name="T41" fmla="*/ 74 h 500"/>
                <a:gd name="T42" fmla="*/ 83 w 233"/>
                <a:gd name="T43" fmla="*/ 139 h 500"/>
                <a:gd name="T44" fmla="*/ 148 w 233"/>
                <a:gd name="T45" fmla="*/ 145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3" h="500">
                  <a:moveTo>
                    <a:pt x="39" y="495"/>
                  </a:moveTo>
                  <a:cubicBezTo>
                    <a:pt x="36" y="488"/>
                    <a:pt x="34" y="481"/>
                    <a:pt x="32" y="475"/>
                  </a:cubicBezTo>
                  <a:cubicBezTo>
                    <a:pt x="22" y="445"/>
                    <a:pt x="15" y="415"/>
                    <a:pt x="10" y="385"/>
                  </a:cubicBezTo>
                  <a:cubicBezTo>
                    <a:pt x="3" y="344"/>
                    <a:pt x="0" y="303"/>
                    <a:pt x="1" y="262"/>
                  </a:cubicBezTo>
                  <a:cubicBezTo>
                    <a:pt x="1" y="219"/>
                    <a:pt x="5" y="176"/>
                    <a:pt x="14" y="133"/>
                  </a:cubicBezTo>
                  <a:cubicBezTo>
                    <a:pt x="20" y="98"/>
                    <a:pt x="30" y="63"/>
                    <a:pt x="43" y="30"/>
                  </a:cubicBezTo>
                  <a:cubicBezTo>
                    <a:pt x="46" y="21"/>
                    <a:pt x="49" y="13"/>
                    <a:pt x="53" y="4"/>
                  </a:cubicBezTo>
                  <a:cubicBezTo>
                    <a:pt x="54" y="1"/>
                    <a:pt x="55" y="0"/>
                    <a:pt x="59" y="0"/>
                  </a:cubicBezTo>
                  <a:cubicBezTo>
                    <a:pt x="91" y="1"/>
                    <a:pt x="124" y="2"/>
                    <a:pt x="157" y="3"/>
                  </a:cubicBezTo>
                  <a:cubicBezTo>
                    <a:pt x="165" y="3"/>
                    <a:pt x="174" y="3"/>
                    <a:pt x="183" y="3"/>
                  </a:cubicBezTo>
                  <a:cubicBezTo>
                    <a:pt x="186" y="3"/>
                    <a:pt x="188" y="4"/>
                    <a:pt x="190" y="8"/>
                  </a:cubicBezTo>
                  <a:cubicBezTo>
                    <a:pt x="210" y="60"/>
                    <a:pt x="221" y="115"/>
                    <a:pt x="226" y="170"/>
                  </a:cubicBezTo>
                  <a:cubicBezTo>
                    <a:pt x="233" y="240"/>
                    <a:pt x="229" y="309"/>
                    <a:pt x="215" y="378"/>
                  </a:cubicBezTo>
                  <a:cubicBezTo>
                    <a:pt x="207" y="419"/>
                    <a:pt x="195" y="459"/>
                    <a:pt x="179" y="497"/>
                  </a:cubicBezTo>
                  <a:cubicBezTo>
                    <a:pt x="178" y="498"/>
                    <a:pt x="176" y="500"/>
                    <a:pt x="174" y="500"/>
                  </a:cubicBezTo>
                  <a:cubicBezTo>
                    <a:pt x="146" y="499"/>
                    <a:pt x="118" y="498"/>
                    <a:pt x="90" y="497"/>
                  </a:cubicBezTo>
                  <a:cubicBezTo>
                    <a:pt x="75" y="497"/>
                    <a:pt x="59" y="497"/>
                    <a:pt x="44" y="496"/>
                  </a:cubicBezTo>
                  <a:cubicBezTo>
                    <a:pt x="42" y="496"/>
                    <a:pt x="40" y="496"/>
                    <a:pt x="39" y="495"/>
                  </a:cubicBezTo>
                  <a:close/>
                  <a:moveTo>
                    <a:pt x="148" y="145"/>
                  </a:moveTo>
                  <a:cubicBezTo>
                    <a:pt x="168" y="129"/>
                    <a:pt x="171" y="100"/>
                    <a:pt x="154" y="80"/>
                  </a:cubicBezTo>
                  <a:cubicBezTo>
                    <a:pt x="139" y="61"/>
                    <a:pt x="109" y="58"/>
                    <a:pt x="90" y="74"/>
                  </a:cubicBezTo>
                  <a:cubicBezTo>
                    <a:pt x="70" y="90"/>
                    <a:pt x="67" y="119"/>
                    <a:pt x="83" y="139"/>
                  </a:cubicBezTo>
                  <a:cubicBezTo>
                    <a:pt x="99" y="159"/>
                    <a:pt x="128" y="161"/>
                    <a:pt x="148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DF73F635-2D50-4AD7-993C-FE4FB84E5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867" y="3109176"/>
              <a:ext cx="321224" cy="927579"/>
            </a:xfrm>
            <a:custGeom>
              <a:avLst/>
              <a:gdLst>
                <a:gd name="T0" fmla="*/ 38 w 91"/>
                <a:gd name="T1" fmla="*/ 0 h 262"/>
                <a:gd name="T2" fmla="*/ 53 w 91"/>
                <a:gd name="T3" fmla="*/ 12 h 262"/>
                <a:gd name="T4" fmla="*/ 83 w 91"/>
                <a:gd name="T5" fmla="*/ 36 h 262"/>
                <a:gd name="T6" fmla="*/ 89 w 91"/>
                <a:gd name="T7" fmla="*/ 42 h 262"/>
                <a:gd name="T8" fmla="*/ 90 w 91"/>
                <a:gd name="T9" fmla="*/ 47 h 262"/>
                <a:gd name="T10" fmla="*/ 71 w 91"/>
                <a:gd name="T11" fmla="*/ 164 h 262"/>
                <a:gd name="T12" fmla="*/ 57 w 91"/>
                <a:gd name="T13" fmla="*/ 256 h 262"/>
                <a:gd name="T14" fmla="*/ 55 w 91"/>
                <a:gd name="T15" fmla="*/ 262 h 262"/>
                <a:gd name="T16" fmla="*/ 49 w 91"/>
                <a:gd name="T17" fmla="*/ 248 h 262"/>
                <a:gd name="T18" fmla="*/ 23 w 91"/>
                <a:gd name="T19" fmla="*/ 194 h 262"/>
                <a:gd name="T20" fmla="*/ 5 w 91"/>
                <a:gd name="T21" fmla="*/ 157 h 262"/>
                <a:gd name="T22" fmla="*/ 4 w 91"/>
                <a:gd name="T23" fmla="*/ 134 h 262"/>
                <a:gd name="T24" fmla="*/ 37 w 91"/>
                <a:gd name="T25" fmla="*/ 4 h 262"/>
                <a:gd name="T26" fmla="*/ 38 w 91"/>
                <a:gd name="T2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1" h="262">
                  <a:moveTo>
                    <a:pt x="38" y="0"/>
                  </a:moveTo>
                  <a:cubicBezTo>
                    <a:pt x="43" y="4"/>
                    <a:pt x="48" y="8"/>
                    <a:pt x="53" y="12"/>
                  </a:cubicBezTo>
                  <a:cubicBezTo>
                    <a:pt x="63" y="20"/>
                    <a:pt x="73" y="28"/>
                    <a:pt x="83" y="36"/>
                  </a:cubicBezTo>
                  <a:cubicBezTo>
                    <a:pt x="85" y="38"/>
                    <a:pt x="88" y="40"/>
                    <a:pt x="89" y="42"/>
                  </a:cubicBezTo>
                  <a:cubicBezTo>
                    <a:pt x="90" y="43"/>
                    <a:pt x="91" y="46"/>
                    <a:pt x="90" y="47"/>
                  </a:cubicBezTo>
                  <a:cubicBezTo>
                    <a:pt x="84" y="86"/>
                    <a:pt x="78" y="125"/>
                    <a:pt x="71" y="164"/>
                  </a:cubicBezTo>
                  <a:cubicBezTo>
                    <a:pt x="66" y="195"/>
                    <a:pt x="61" y="225"/>
                    <a:pt x="57" y="256"/>
                  </a:cubicBezTo>
                  <a:cubicBezTo>
                    <a:pt x="56" y="258"/>
                    <a:pt x="56" y="259"/>
                    <a:pt x="55" y="262"/>
                  </a:cubicBezTo>
                  <a:cubicBezTo>
                    <a:pt x="53" y="257"/>
                    <a:pt x="51" y="252"/>
                    <a:pt x="49" y="248"/>
                  </a:cubicBezTo>
                  <a:cubicBezTo>
                    <a:pt x="40" y="230"/>
                    <a:pt x="32" y="212"/>
                    <a:pt x="23" y="194"/>
                  </a:cubicBezTo>
                  <a:cubicBezTo>
                    <a:pt x="17" y="182"/>
                    <a:pt x="12" y="169"/>
                    <a:pt x="5" y="157"/>
                  </a:cubicBezTo>
                  <a:cubicBezTo>
                    <a:pt x="0" y="149"/>
                    <a:pt x="1" y="142"/>
                    <a:pt x="4" y="134"/>
                  </a:cubicBezTo>
                  <a:cubicBezTo>
                    <a:pt x="20" y="92"/>
                    <a:pt x="30" y="48"/>
                    <a:pt x="37" y="4"/>
                  </a:cubicBezTo>
                  <a:cubicBezTo>
                    <a:pt x="37" y="3"/>
                    <a:pt x="37" y="2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45A90516-457C-45D2-8E64-A1B0EB61B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0633" y="3087521"/>
              <a:ext cx="295959" cy="913142"/>
            </a:xfrm>
            <a:custGeom>
              <a:avLst/>
              <a:gdLst>
                <a:gd name="T0" fmla="*/ 55 w 84"/>
                <a:gd name="T1" fmla="*/ 0 h 258"/>
                <a:gd name="T2" fmla="*/ 59 w 84"/>
                <a:gd name="T3" fmla="*/ 34 h 258"/>
                <a:gd name="T4" fmla="*/ 76 w 84"/>
                <a:gd name="T5" fmla="*/ 117 h 258"/>
                <a:gd name="T6" fmla="*/ 84 w 84"/>
                <a:gd name="T7" fmla="*/ 145 h 258"/>
                <a:gd name="T8" fmla="*/ 83 w 84"/>
                <a:gd name="T9" fmla="*/ 149 h 258"/>
                <a:gd name="T10" fmla="*/ 55 w 84"/>
                <a:gd name="T11" fmla="*/ 201 h 258"/>
                <a:gd name="T12" fmla="*/ 28 w 84"/>
                <a:gd name="T13" fmla="*/ 251 h 258"/>
                <a:gd name="T14" fmla="*/ 23 w 84"/>
                <a:gd name="T15" fmla="*/ 258 h 258"/>
                <a:gd name="T16" fmla="*/ 20 w 84"/>
                <a:gd name="T17" fmla="*/ 234 h 258"/>
                <a:gd name="T18" fmla="*/ 7 w 84"/>
                <a:gd name="T19" fmla="*/ 109 h 258"/>
                <a:gd name="T20" fmla="*/ 0 w 84"/>
                <a:gd name="T21" fmla="*/ 44 h 258"/>
                <a:gd name="T22" fmla="*/ 2 w 84"/>
                <a:gd name="T23" fmla="*/ 38 h 258"/>
                <a:gd name="T24" fmla="*/ 53 w 84"/>
                <a:gd name="T25" fmla="*/ 1 h 258"/>
                <a:gd name="T26" fmla="*/ 55 w 84"/>
                <a:gd name="T27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58">
                  <a:moveTo>
                    <a:pt x="55" y="0"/>
                  </a:moveTo>
                  <a:cubicBezTo>
                    <a:pt x="56" y="12"/>
                    <a:pt x="57" y="23"/>
                    <a:pt x="59" y="34"/>
                  </a:cubicBezTo>
                  <a:cubicBezTo>
                    <a:pt x="63" y="62"/>
                    <a:pt x="68" y="90"/>
                    <a:pt x="76" y="117"/>
                  </a:cubicBezTo>
                  <a:cubicBezTo>
                    <a:pt x="79" y="127"/>
                    <a:pt x="81" y="136"/>
                    <a:pt x="84" y="145"/>
                  </a:cubicBezTo>
                  <a:cubicBezTo>
                    <a:pt x="84" y="146"/>
                    <a:pt x="84" y="148"/>
                    <a:pt x="83" y="149"/>
                  </a:cubicBezTo>
                  <a:cubicBezTo>
                    <a:pt x="74" y="167"/>
                    <a:pt x="65" y="184"/>
                    <a:pt x="55" y="201"/>
                  </a:cubicBezTo>
                  <a:cubicBezTo>
                    <a:pt x="46" y="218"/>
                    <a:pt x="37" y="234"/>
                    <a:pt x="28" y="251"/>
                  </a:cubicBezTo>
                  <a:cubicBezTo>
                    <a:pt x="27" y="253"/>
                    <a:pt x="25" y="256"/>
                    <a:pt x="23" y="258"/>
                  </a:cubicBezTo>
                  <a:cubicBezTo>
                    <a:pt x="22" y="250"/>
                    <a:pt x="21" y="242"/>
                    <a:pt x="20" y="234"/>
                  </a:cubicBezTo>
                  <a:cubicBezTo>
                    <a:pt x="16" y="193"/>
                    <a:pt x="11" y="151"/>
                    <a:pt x="7" y="109"/>
                  </a:cubicBezTo>
                  <a:cubicBezTo>
                    <a:pt x="5" y="88"/>
                    <a:pt x="2" y="66"/>
                    <a:pt x="0" y="44"/>
                  </a:cubicBezTo>
                  <a:cubicBezTo>
                    <a:pt x="0" y="42"/>
                    <a:pt x="1" y="39"/>
                    <a:pt x="2" y="38"/>
                  </a:cubicBezTo>
                  <a:cubicBezTo>
                    <a:pt x="19" y="26"/>
                    <a:pt x="36" y="13"/>
                    <a:pt x="53" y="1"/>
                  </a:cubicBezTo>
                  <a:cubicBezTo>
                    <a:pt x="54" y="0"/>
                    <a:pt x="54" y="0"/>
                    <a:pt x="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238C7C9-EB7F-45C8-9DB3-FE7695A25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0731" y="3771475"/>
              <a:ext cx="517929" cy="756140"/>
            </a:xfrm>
            <a:custGeom>
              <a:avLst/>
              <a:gdLst>
                <a:gd name="T0" fmla="*/ 55 w 147"/>
                <a:gd name="T1" fmla="*/ 36 h 214"/>
                <a:gd name="T2" fmla="*/ 50 w 147"/>
                <a:gd name="T3" fmla="*/ 59 h 214"/>
                <a:gd name="T4" fmla="*/ 59 w 147"/>
                <a:gd name="T5" fmla="*/ 99 h 214"/>
                <a:gd name="T6" fmla="*/ 74 w 147"/>
                <a:gd name="T7" fmla="*/ 125 h 214"/>
                <a:gd name="T8" fmla="*/ 87 w 147"/>
                <a:gd name="T9" fmla="*/ 80 h 214"/>
                <a:gd name="T10" fmla="*/ 117 w 147"/>
                <a:gd name="T11" fmla="*/ 43 h 214"/>
                <a:gd name="T12" fmla="*/ 119 w 147"/>
                <a:gd name="T13" fmla="*/ 85 h 214"/>
                <a:gd name="T14" fmla="*/ 127 w 147"/>
                <a:gd name="T15" fmla="*/ 75 h 214"/>
                <a:gd name="T16" fmla="*/ 134 w 147"/>
                <a:gd name="T17" fmla="*/ 22 h 214"/>
                <a:gd name="T18" fmla="*/ 133 w 147"/>
                <a:gd name="T19" fmla="*/ 10 h 214"/>
                <a:gd name="T20" fmla="*/ 139 w 147"/>
                <a:gd name="T21" fmla="*/ 25 h 214"/>
                <a:gd name="T22" fmla="*/ 135 w 147"/>
                <a:gd name="T23" fmla="*/ 96 h 214"/>
                <a:gd name="T24" fmla="*/ 118 w 147"/>
                <a:gd name="T25" fmla="*/ 140 h 214"/>
                <a:gd name="T26" fmla="*/ 114 w 147"/>
                <a:gd name="T27" fmla="*/ 154 h 214"/>
                <a:gd name="T28" fmla="*/ 99 w 147"/>
                <a:gd name="T29" fmla="*/ 125 h 214"/>
                <a:gd name="T30" fmla="*/ 102 w 147"/>
                <a:gd name="T31" fmla="*/ 93 h 214"/>
                <a:gd name="T32" fmla="*/ 94 w 147"/>
                <a:gd name="T33" fmla="*/ 114 h 214"/>
                <a:gd name="T34" fmla="*/ 94 w 147"/>
                <a:gd name="T35" fmla="*/ 155 h 214"/>
                <a:gd name="T36" fmla="*/ 85 w 147"/>
                <a:gd name="T37" fmla="*/ 191 h 214"/>
                <a:gd name="T38" fmla="*/ 61 w 147"/>
                <a:gd name="T39" fmla="*/ 214 h 214"/>
                <a:gd name="T40" fmla="*/ 50 w 147"/>
                <a:gd name="T41" fmla="*/ 173 h 214"/>
                <a:gd name="T42" fmla="*/ 33 w 147"/>
                <a:gd name="T43" fmla="*/ 107 h 214"/>
                <a:gd name="T44" fmla="*/ 38 w 147"/>
                <a:gd name="T45" fmla="*/ 86 h 214"/>
                <a:gd name="T46" fmla="*/ 29 w 147"/>
                <a:gd name="T47" fmla="*/ 103 h 214"/>
                <a:gd name="T48" fmla="*/ 25 w 147"/>
                <a:gd name="T49" fmla="*/ 125 h 214"/>
                <a:gd name="T50" fmla="*/ 13 w 147"/>
                <a:gd name="T51" fmla="*/ 141 h 214"/>
                <a:gd name="T52" fmla="*/ 3 w 147"/>
                <a:gd name="T53" fmla="*/ 70 h 214"/>
                <a:gd name="T54" fmla="*/ 12 w 147"/>
                <a:gd name="T55" fmla="*/ 12 h 214"/>
                <a:gd name="T56" fmla="*/ 21 w 147"/>
                <a:gd name="T57" fmla="*/ 0 h 214"/>
                <a:gd name="T58" fmla="*/ 21 w 147"/>
                <a:gd name="T59" fmla="*/ 72 h 214"/>
                <a:gd name="T60" fmla="*/ 55 w 147"/>
                <a:gd name="T61" fmla="*/ 3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7" h="214">
                  <a:moveTo>
                    <a:pt x="55" y="36"/>
                  </a:moveTo>
                  <a:cubicBezTo>
                    <a:pt x="53" y="44"/>
                    <a:pt x="51" y="51"/>
                    <a:pt x="50" y="59"/>
                  </a:cubicBezTo>
                  <a:cubicBezTo>
                    <a:pt x="48" y="74"/>
                    <a:pt x="52" y="86"/>
                    <a:pt x="59" y="99"/>
                  </a:cubicBezTo>
                  <a:cubicBezTo>
                    <a:pt x="64" y="107"/>
                    <a:pt x="69" y="116"/>
                    <a:pt x="74" y="125"/>
                  </a:cubicBezTo>
                  <a:cubicBezTo>
                    <a:pt x="75" y="109"/>
                    <a:pt x="79" y="94"/>
                    <a:pt x="87" y="80"/>
                  </a:cubicBezTo>
                  <a:cubicBezTo>
                    <a:pt x="94" y="66"/>
                    <a:pt x="104" y="54"/>
                    <a:pt x="117" y="43"/>
                  </a:cubicBezTo>
                  <a:cubicBezTo>
                    <a:pt x="120" y="57"/>
                    <a:pt x="121" y="71"/>
                    <a:pt x="119" y="85"/>
                  </a:cubicBezTo>
                  <a:cubicBezTo>
                    <a:pt x="124" y="83"/>
                    <a:pt x="126" y="79"/>
                    <a:pt x="127" y="75"/>
                  </a:cubicBezTo>
                  <a:cubicBezTo>
                    <a:pt x="135" y="58"/>
                    <a:pt x="136" y="40"/>
                    <a:pt x="134" y="22"/>
                  </a:cubicBezTo>
                  <a:cubicBezTo>
                    <a:pt x="134" y="18"/>
                    <a:pt x="133" y="14"/>
                    <a:pt x="133" y="10"/>
                  </a:cubicBezTo>
                  <a:cubicBezTo>
                    <a:pt x="135" y="15"/>
                    <a:pt x="138" y="20"/>
                    <a:pt x="139" y="25"/>
                  </a:cubicBezTo>
                  <a:cubicBezTo>
                    <a:pt x="147" y="50"/>
                    <a:pt x="144" y="73"/>
                    <a:pt x="135" y="96"/>
                  </a:cubicBezTo>
                  <a:cubicBezTo>
                    <a:pt x="130" y="111"/>
                    <a:pt x="123" y="126"/>
                    <a:pt x="118" y="140"/>
                  </a:cubicBezTo>
                  <a:cubicBezTo>
                    <a:pt x="116" y="145"/>
                    <a:pt x="115" y="149"/>
                    <a:pt x="114" y="154"/>
                  </a:cubicBezTo>
                  <a:cubicBezTo>
                    <a:pt x="108" y="145"/>
                    <a:pt x="102" y="136"/>
                    <a:pt x="99" y="125"/>
                  </a:cubicBezTo>
                  <a:cubicBezTo>
                    <a:pt x="97" y="114"/>
                    <a:pt x="99" y="103"/>
                    <a:pt x="102" y="93"/>
                  </a:cubicBezTo>
                  <a:cubicBezTo>
                    <a:pt x="97" y="99"/>
                    <a:pt x="95" y="106"/>
                    <a:pt x="94" y="114"/>
                  </a:cubicBezTo>
                  <a:cubicBezTo>
                    <a:pt x="94" y="127"/>
                    <a:pt x="94" y="141"/>
                    <a:pt x="94" y="155"/>
                  </a:cubicBezTo>
                  <a:cubicBezTo>
                    <a:pt x="94" y="167"/>
                    <a:pt x="92" y="180"/>
                    <a:pt x="85" y="191"/>
                  </a:cubicBezTo>
                  <a:cubicBezTo>
                    <a:pt x="79" y="201"/>
                    <a:pt x="72" y="209"/>
                    <a:pt x="61" y="214"/>
                  </a:cubicBezTo>
                  <a:cubicBezTo>
                    <a:pt x="63" y="198"/>
                    <a:pt x="55" y="186"/>
                    <a:pt x="50" y="173"/>
                  </a:cubicBezTo>
                  <a:cubicBezTo>
                    <a:pt x="40" y="152"/>
                    <a:pt x="30" y="131"/>
                    <a:pt x="33" y="107"/>
                  </a:cubicBezTo>
                  <a:cubicBezTo>
                    <a:pt x="34" y="100"/>
                    <a:pt x="36" y="94"/>
                    <a:pt x="38" y="86"/>
                  </a:cubicBezTo>
                  <a:cubicBezTo>
                    <a:pt x="32" y="91"/>
                    <a:pt x="30" y="97"/>
                    <a:pt x="29" y="103"/>
                  </a:cubicBezTo>
                  <a:cubicBezTo>
                    <a:pt x="27" y="110"/>
                    <a:pt x="26" y="118"/>
                    <a:pt x="25" y="125"/>
                  </a:cubicBezTo>
                  <a:cubicBezTo>
                    <a:pt x="23" y="132"/>
                    <a:pt x="19" y="138"/>
                    <a:pt x="13" y="141"/>
                  </a:cubicBezTo>
                  <a:cubicBezTo>
                    <a:pt x="9" y="117"/>
                    <a:pt x="5" y="94"/>
                    <a:pt x="3" y="70"/>
                  </a:cubicBezTo>
                  <a:cubicBezTo>
                    <a:pt x="0" y="50"/>
                    <a:pt x="2" y="30"/>
                    <a:pt x="12" y="12"/>
                  </a:cubicBezTo>
                  <a:cubicBezTo>
                    <a:pt x="15" y="8"/>
                    <a:pt x="18" y="4"/>
                    <a:pt x="21" y="0"/>
                  </a:cubicBezTo>
                  <a:cubicBezTo>
                    <a:pt x="8" y="24"/>
                    <a:pt x="12" y="47"/>
                    <a:pt x="21" y="72"/>
                  </a:cubicBezTo>
                  <a:cubicBezTo>
                    <a:pt x="28" y="55"/>
                    <a:pt x="40" y="44"/>
                    <a:pt x="5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FC6264E5-9960-4EAF-8C6F-E4717A0AC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2618" y="1499448"/>
              <a:ext cx="420479" cy="364535"/>
            </a:xfrm>
            <a:custGeom>
              <a:avLst/>
              <a:gdLst>
                <a:gd name="T0" fmla="*/ 119 w 119"/>
                <a:gd name="T1" fmla="*/ 103 h 103"/>
                <a:gd name="T2" fmla="*/ 0 w 119"/>
                <a:gd name="T3" fmla="*/ 100 h 103"/>
                <a:gd name="T4" fmla="*/ 62 w 119"/>
                <a:gd name="T5" fmla="*/ 0 h 103"/>
                <a:gd name="T6" fmla="*/ 119 w 119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03">
                  <a:moveTo>
                    <a:pt x="119" y="103"/>
                  </a:moveTo>
                  <a:cubicBezTo>
                    <a:pt x="79" y="102"/>
                    <a:pt x="39" y="101"/>
                    <a:pt x="0" y="100"/>
                  </a:cubicBezTo>
                  <a:cubicBezTo>
                    <a:pt x="3" y="84"/>
                    <a:pt x="47" y="12"/>
                    <a:pt x="62" y="0"/>
                  </a:cubicBezTo>
                  <a:cubicBezTo>
                    <a:pt x="76" y="12"/>
                    <a:pt x="118" y="90"/>
                    <a:pt x="119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96">
            <a:extLst>
              <a:ext uri="{FF2B5EF4-FFF2-40B4-BE49-F238E27FC236}">
                <a16:creationId xmlns:a16="http://schemas.microsoft.com/office/drawing/2014/main" id="{55B172CD-6DE4-4B99-9D13-56A118EFD24D}"/>
              </a:ext>
            </a:extLst>
          </p:cNvPr>
          <p:cNvGrpSpPr/>
          <p:nvPr/>
        </p:nvGrpSpPr>
        <p:grpSpPr>
          <a:xfrm>
            <a:off x="7066737" y="7157340"/>
            <a:ext cx="873578" cy="873366"/>
            <a:chOff x="2700338" y="8651875"/>
            <a:chExt cx="6545262" cy="6543675"/>
          </a:xfrm>
          <a:solidFill>
            <a:srgbClr val="00B050"/>
          </a:solidFill>
        </p:grpSpPr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0899F8A8-65FC-41D9-8C3F-C964D2BF0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10820400"/>
              <a:ext cx="4376737" cy="4375150"/>
            </a:xfrm>
            <a:custGeom>
              <a:avLst/>
              <a:gdLst>
                <a:gd name="T0" fmla="*/ 477 w 1376"/>
                <a:gd name="T1" fmla="*/ 1360 h 1376"/>
                <a:gd name="T2" fmla="*/ 312 w 1376"/>
                <a:gd name="T3" fmla="*/ 1212 h 1376"/>
                <a:gd name="T4" fmla="*/ 237 w 1376"/>
                <a:gd name="T5" fmla="*/ 1044 h 1376"/>
                <a:gd name="T6" fmla="*/ 64 w 1376"/>
                <a:gd name="T7" fmla="*/ 1013 h 1376"/>
                <a:gd name="T8" fmla="*/ 51 w 1376"/>
                <a:gd name="T9" fmla="*/ 793 h 1376"/>
                <a:gd name="T10" fmla="*/ 117 w 1376"/>
                <a:gd name="T11" fmla="*/ 621 h 1376"/>
                <a:gd name="T12" fmla="*/ 16 w 1376"/>
                <a:gd name="T13" fmla="*/ 476 h 1376"/>
                <a:gd name="T14" fmla="*/ 164 w 1376"/>
                <a:gd name="T15" fmla="*/ 312 h 1376"/>
                <a:gd name="T16" fmla="*/ 332 w 1376"/>
                <a:gd name="T17" fmla="*/ 237 h 1376"/>
                <a:gd name="T18" fmla="*/ 363 w 1376"/>
                <a:gd name="T19" fmla="*/ 63 h 1376"/>
                <a:gd name="T20" fmla="*/ 583 w 1376"/>
                <a:gd name="T21" fmla="*/ 51 h 1376"/>
                <a:gd name="T22" fmla="*/ 755 w 1376"/>
                <a:gd name="T23" fmla="*/ 116 h 1376"/>
                <a:gd name="T24" fmla="*/ 900 w 1376"/>
                <a:gd name="T25" fmla="*/ 16 h 1376"/>
                <a:gd name="T26" fmla="*/ 1064 w 1376"/>
                <a:gd name="T27" fmla="*/ 163 h 1376"/>
                <a:gd name="T28" fmla="*/ 1139 w 1376"/>
                <a:gd name="T29" fmla="*/ 331 h 1376"/>
                <a:gd name="T30" fmla="*/ 1313 w 1376"/>
                <a:gd name="T31" fmla="*/ 362 h 1376"/>
                <a:gd name="T32" fmla="*/ 1360 w 1376"/>
                <a:gd name="T33" fmla="*/ 476 h 1376"/>
                <a:gd name="T34" fmla="*/ 1260 w 1376"/>
                <a:gd name="T35" fmla="*/ 621 h 1376"/>
                <a:gd name="T36" fmla="*/ 1325 w 1376"/>
                <a:gd name="T37" fmla="*/ 793 h 1376"/>
                <a:gd name="T38" fmla="*/ 1313 w 1376"/>
                <a:gd name="T39" fmla="*/ 1013 h 1376"/>
                <a:gd name="T40" fmla="*/ 1139 w 1376"/>
                <a:gd name="T41" fmla="*/ 1044 h 1376"/>
                <a:gd name="T42" fmla="*/ 1064 w 1376"/>
                <a:gd name="T43" fmla="*/ 1212 h 1376"/>
                <a:gd name="T44" fmla="*/ 900 w 1376"/>
                <a:gd name="T45" fmla="*/ 1360 h 1376"/>
                <a:gd name="T46" fmla="*/ 755 w 1376"/>
                <a:gd name="T47" fmla="*/ 1259 h 1376"/>
                <a:gd name="T48" fmla="*/ 583 w 1376"/>
                <a:gd name="T49" fmla="*/ 1325 h 1376"/>
                <a:gd name="T50" fmla="*/ 403 w 1376"/>
                <a:gd name="T51" fmla="*/ 1230 h 1376"/>
                <a:gd name="T52" fmla="*/ 544 w 1376"/>
                <a:gd name="T53" fmla="*/ 1210 h 1376"/>
                <a:gd name="T54" fmla="*/ 748 w 1376"/>
                <a:gd name="T55" fmla="*/ 1167 h 1376"/>
                <a:gd name="T56" fmla="*/ 870 w 1376"/>
                <a:gd name="T57" fmla="*/ 1273 h 1376"/>
                <a:gd name="T58" fmla="*/ 956 w 1376"/>
                <a:gd name="T59" fmla="*/ 1159 h 1376"/>
                <a:gd name="T60" fmla="*/ 1070 w 1376"/>
                <a:gd name="T61" fmla="*/ 985 h 1376"/>
                <a:gd name="T62" fmla="*/ 1230 w 1376"/>
                <a:gd name="T63" fmla="*/ 973 h 1376"/>
                <a:gd name="T64" fmla="*/ 1211 w 1376"/>
                <a:gd name="T65" fmla="*/ 832 h 1376"/>
                <a:gd name="T66" fmla="*/ 1168 w 1376"/>
                <a:gd name="T67" fmla="*/ 628 h 1376"/>
                <a:gd name="T68" fmla="*/ 1274 w 1376"/>
                <a:gd name="T69" fmla="*/ 506 h 1376"/>
                <a:gd name="T70" fmla="*/ 1160 w 1376"/>
                <a:gd name="T71" fmla="*/ 420 h 1376"/>
                <a:gd name="T72" fmla="*/ 986 w 1376"/>
                <a:gd name="T73" fmla="*/ 306 h 1376"/>
                <a:gd name="T74" fmla="*/ 974 w 1376"/>
                <a:gd name="T75" fmla="*/ 146 h 1376"/>
                <a:gd name="T76" fmla="*/ 833 w 1376"/>
                <a:gd name="T77" fmla="*/ 165 h 1376"/>
                <a:gd name="T78" fmla="*/ 629 w 1376"/>
                <a:gd name="T79" fmla="*/ 208 h 1376"/>
                <a:gd name="T80" fmla="*/ 507 w 1376"/>
                <a:gd name="T81" fmla="*/ 102 h 1376"/>
                <a:gd name="T82" fmla="*/ 421 w 1376"/>
                <a:gd name="T83" fmla="*/ 216 h 1376"/>
                <a:gd name="T84" fmla="*/ 307 w 1376"/>
                <a:gd name="T85" fmla="*/ 390 h 1376"/>
                <a:gd name="T86" fmla="*/ 146 w 1376"/>
                <a:gd name="T87" fmla="*/ 402 h 1376"/>
                <a:gd name="T88" fmla="*/ 166 w 1376"/>
                <a:gd name="T89" fmla="*/ 543 h 1376"/>
                <a:gd name="T90" fmla="*/ 209 w 1376"/>
                <a:gd name="T91" fmla="*/ 747 h 1376"/>
                <a:gd name="T92" fmla="*/ 103 w 1376"/>
                <a:gd name="T93" fmla="*/ 869 h 1376"/>
                <a:gd name="T94" fmla="*/ 217 w 1376"/>
                <a:gd name="T95" fmla="*/ 955 h 1376"/>
                <a:gd name="T96" fmla="*/ 391 w 1376"/>
                <a:gd name="T97" fmla="*/ 1069 h 1376"/>
                <a:gd name="T98" fmla="*/ 403 w 1376"/>
                <a:gd name="T99" fmla="*/ 123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6" h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048247C6-5022-4E6D-AD67-EB139BD652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375" y="11879263"/>
              <a:ext cx="2255837" cy="2120900"/>
            </a:xfrm>
            <a:custGeom>
              <a:avLst/>
              <a:gdLst>
                <a:gd name="T0" fmla="*/ 354 w 709"/>
                <a:gd name="T1" fmla="*/ 667 h 667"/>
                <a:gd name="T2" fmla="*/ 235 w 709"/>
                <a:gd name="T3" fmla="*/ 643 h 667"/>
                <a:gd name="T4" fmla="*/ 66 w 709"/>
                <a:gd name="T5" fmla="*/ 474 h 667"/>
                <a:gd name="T6" fmla="*/ 235 w 709"/>
                <a:gd name="T7" fmla="*/ 66 h 667"/>
                <a:gd name="T8" fmla="*/ 643 w 709"/>
                <a:gd name="T9" fmla="*/ 235 h 667"/>
                <a:gd name="T10" fmla="*/ 643 w 709"/>
                <a:gd name="T11" fmla="*/ 235 h 667"/>
                <a:gd name="T12" fmla="*/ 474 w 709"/>
                <a:gd name="T13" fmla="*/ 643 h 667"/>
                <a:gd name="T14" fmla="*/ 354 w 709"/>
                <a:gd name="T15" fmla="*/ 667 h 667"/>
                <a:gd name="T16" fmla="*/ 354 w 709"/>
                <a:gd name="T17" fmla="*/ 134 h 667"/>
                <a:gd name="T18" fmla="*/ 270 w 709"/>
                <a:gd name="T19" fmla="*/ 151 h 667"/>
                <a:gd name="T20" fmla="*/ 150 w 709"/>
                <a:gd name="T21" fmla="*/ 439 h 667"/>
                <a:gd name="T22" fmla="*/ 270 w 709"/>
                <a:gd name="T23" fmla="*/ 559 h 667"/>
                <a:gd name="T24" fmla="*/ 439 w 709"/>
                <a:gd name="T25" fmla="*/ 559 h 667"/>
                <a:gd name="T26" fmla="*/ 558 w 709"/>
                <a:gd name="T27" fmla="*/ 270 h 667"/>
                <a:gd name="T28" fmla="*/ 354 w 709"/>
                <a:gd name="T29" fmla="*/ 134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9" h="667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801CFFA6-0877-4700-8805-401D812766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8651875"/>
              <a:ext cx="3311525" cy="3309938"/>
            </a:xfrm>
            <a:custGeom>
              <a:avLst/>
              <a:gdLst>
                <a:gd name="T0" fmla="*/ 476 w 1041"/>
                <a:gd name="T1" fmla="*/ 1041 h 1041"/>
                <a:gd name="T2" fmla="*/ 397 w 1041"/>
                <a:gd name="T3" fmla="*/ 930 h 1041"/>
                <a:gd name="T4" fmla="*/ 279 w 1041"/>
                <a:gd name="T5" fmla="*/ 927 h 1041"/>
                <a:gd name="T6" fmla="*/ 121 w 1041"/>
                <a:gd name="T7" fmla="*/ 857 h 1041"/>
                <a:gd name="T8" fmla="*/ 143 w 1041"/>
                <a:gd name="T9" fmla="*/ 723 h 1041"/>
                <a:gd name="T10" fmla="*/ 62 w 1041"/>
                <a:gd name="T11" fmla="*/ 637 h 1041"/>
                <a:gd name="T12" fmla="*/ 0 w 1041"/>
                <a:gd name="T13" fmla="*/ 476 h 1041"/>
                <a:gd name="T14" fmla="*/ 111 w 1041"/>
                <a:gd name="T15" fmla="*/ 397 h 1041"/>
                <a:gd name="T16" fmla="*/ 114 w 1041"/>
                <a:gd name="T17" fmla="*/ 279 h 1041"/>
                <a:gd name="T18" fmla="*/ 184 w 1041"/>
                <a:gd name="T19" fmla="*/ 121 h 1041"/>
                <a:gd name="T20" fmla="*/ 318 w 1041"/>
                <a:gd name="T21" fmla="*/ 143 h 1041"/>
                <a:gd name="T22" fmla="*/ 404 w 1041"/>
                <a:gd name="T23" fmla="*/ 62 h 1041"/>
                <a:gd name="T24" fmla="*/ 565 w 1041"/>
                <a:gd name="T25" fmla="*/ 0 h 1041"/>
                <a:gd name="T26" fmla="*/ 644 w 1041"/>
                <a:gd name="T27" fmla="*/ 110 h 1041"/>
                <a:gd name="T28" fmla="*/ 762 w 1041"/>
                <a:gd name="T29" fmla="*/ 114 h 1041"/>
                <a:gd name="T30" fmla="*/ 920 w 1041"/>
                <a:gd name="T31" fmla="*/ 184 h 1041"/>
                <a:gd name="T32" fmla="*/ 898 w 1041"/>
                <a:gd name="T33" fmla="*/ 318 h 1041"/>
                <a:gd name="T34" fmla="*/ 979 w 1041"/>
                <a:gd name="T35" fmla="*/ 404 h 1041"/>
                <a:gd name="T36" fmla="*/ 1041 w 1041"/>
                <a:gd name="T37" fmla="*/ 565 h 1041"/>
                <a:gd name="T38" fmla="*/ 931 w 1041"/>
                <a:gd name="T39" fmla="*/ 644 h 1041"/>
                <a:gd name="T40" fmla="*/ 927 w 1041"/>
                <a:gd name="T41" fmla="*/ 762 h 1041"/>
                <a:gd name="T42" fmla="*/ 857 w 1041"/>
                <a:gd name="T43" fmla="*/ 920 h 1041"/>
                <a:gd name="T44" fmla="*/ 723 w 1041"/>
                <a:gd name="T45" fmla="*/ 898 h 1041"/>
                <a:gd name="T46" fmla="*/ 637 w 1041"/>
                <a:gd name="T47" fmla="*/ 979 h 1041"/>
                <a:gd name="T48" fmla="*/ 488 w 1041"/>
                <a:gd name="T49" fmla="*/ 954 h 1041"/>
                <a:gd name="T50" fmla="*/ 559 w 1041"/>
                <a:gd name="T51" fmla="*/ 910 h 1041"/>
                <a:gd name="T52" fmla="*/ 689 w 1041"/>
                <a:gd name="T53" fmla="*/ 817 h 1041"/>
                <a:gd name="T54" fmla="*/ 804 w 1041"/>
                <a:gd name="T55" fmla="*/ 849 h 1041"/>
                <a:gd name="T56" fmla="*/ 823 w 1041"/>
                <a:gd name="T57" fmla="*/ 769 h 1041"/>
                <a:gd name="T58" fmla="*/ 850 w 1041"/>
                <a:gd name="T59" fmla="*/ 611 h 1041"/>
                <a:gd name="T60" fmla="*/ 954 w 1041"/>
                <a:gd name="T61" fmla="*/ 553 h 1041"/>
                <a:gd name="T62" fmla="*/ 910 w 1041"/>
                <a:gd name="T63" fmla="*/ 482 h 1041"/>
                <a:gd name="T64" fmla="*/ 817 w 1041"/>
                <a:gd name="T65" fmla="*/ 352 h 1041"/>
                <a:gd name="T66" fmla="*/ 850 w 1041"/>
                <a:gd name="T67" fmla="*/ 237 h 1041"/>
                <a:gd name="T68" fmla="*/ 769 w 1041"/>
                <a:gd name="T69" fmla="*/ 218 h 1041"/>
                <a:gd name="T70" fmla="*/ 612 w 1041"/>
                <a:gd name="T71" fmla="*/ 191 h 1041"/>
                <a:gd name="T72" fmla="*/ 553 w 1041"/>
                <a:gd name="T73" fmla="*/ 87 h 1041"/>
                <a:gd name="T74" fmla="*/ 482 w 1041"/>
                <a:gd name="T75" fmla="*/ 131 h 1041"/>
                <a:gd name="T76" fmla="*/ 353 w 1041"/>
                <a:gd name="T77" fmla="*/ 224 h 1041"/>
                <a:gd name="T78" fmla="*/ 237 w 1041"/>
                <a:gd name="T79" fmla="*/ 191 h 1041"/>
                <a:gd name="T80" fmla="*/ 218 w 1041"/>
                <a:gd name="T81" fmla="*/ 272 h 1041"/>
                <a:gd name="T82" fmla="*/ 192 w 1041"/>
                <a:gd name="T83" fmla="*/ 429 h 1041"/>
                <a:gd name="T84" fmla="*/ 87 w 1041"/>
                <a:gd name="T85" fmla="*/ 488 h 1041"/>
                <a:gd name="T86" fmla="*/ 131 w 1041"/>
                <a:gd name="T87" fmla="*/ 559 h 1041"/>
                <a:gd name="T88" fmla="*/ 224 w 1041"/>
                <a:gd name="T89" fmla="*/ 688 h 1041"/>
                <a:gd name="T90" fmla="*/ 192 w 1041"/>
                <a:gd name="T91" fmla="*/ 804 h 1041"/>
                <a:gd name="T92" fmla="*/ 272 w 1041"/>
                <a:gd name="T93" fmla="*/ 823 h 1041"/>
                <a:gd name="T94" fmla="*/ 430 w 1041"/>
                <a:gd name="T95" fmla="*/ 849 h 1041"/>
                <a:gd name="T96" fmla="*/ 488 w 1041"/>
                <a:gd name="T97" fmla="*/ 95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1" h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42A50E11-47E3-4BF2-9708-AF5EC28BE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0875" y="9717088"/>
              <a:ext cx="1179512" cy="1179513"/>
            </a:xfrm>
            <a:custGeom>
              <a:avLst/>
              <a:gdLst>
                <a:gd name="T0" fmla="*/ 186 w 371"/>
                <a:gd name="T1" fmla="*/ 371 h 371"/>
                <a:gd name="T2" fmla="*/ 0 w 371"/>
                <a:gd name="T3" fmla="*/ 185 h 371"/>
                <a:gd name="T4" fmla="*/ 186 w 371"/>
                <a:gd name="T5" fmla="*/ 0 h 371"/>
                <a:gd name="T6" fmla="*/ 371 w 371"/>
                <a:gd name="T7" fmla="*/ 185 h 371"/>
                <a:gd name="T8" fmla="*/ 186 w 371"/>
                <a:gd name="T9" fmla="*/ 371 h 371"/>
                <a:gd name="T10" fmla="*/ 186 w 371"/>
                <a:gd name="T11" fmla="*/ 82 h 371"/>
                <a:gd name="T12" fmla="*/ 83 w 371"/>
                <a:gd name="T13" fmla="*/ 185 h 371"/>
                <a:gd name="T14" fmla="*/ 186 w 371"/>
                <a:gd name="T15" fmla="*/ 288 h 371"/>
                <a:gd name="T16" fmla="*/ 289 w 371"/>
                <a:gd name="T17" fmla="*/ 185 h 371"/>
                <a:gd name="T18" fmla="*/ 186 w 371"/>
                <a:gd name="T19" fmla="*/ 82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TextBox 1">
            <a:extLst>
              <a:ext uri="{FF2B5EF4-FFF2-40B4-BE49-F238E27FC236}">
                <a16:creationId xmlns:a16="http://schemas.microsoft.com/office/drawing/2014/main" id="{AB8B4FBC-E55D-4CB2-8889-8F0DF88FDC04}"/>
              </a:ext>
            </a:extLst>
          </p:cNvPr>
          <p:cNvSpPr txBox="1"/>
          <p:nvPr/>
        </p:nvSpPr>
        <p:spPr>
          <a:xfrm>
            <a:off x="12046890" y="1835803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82BB9690-129F-407D-B152-C3FD7916077A}"/>
              </a:ext>
            </a:extLst>
          </p:cNvPr>
          <p:cNvGrpSpPr/>
          <p:nvPr/>
        </p:nvGrpSpPr>
        <p:grpSpPr>
          <a:xfrm>
            <a:off x="-7275097" y="2409816"/>
            <a:ext cx="6244470" cy="3476570"/>
            <a:chOff x="590804" y="2257330"/>
            <a:chExt cx="6244470" cy="3476570"/>
          </a:xfrm>
        </p:grpSpPr>
        <p:sp>
          <p:nvSpPr>
            <p:cNvPr id="55" name="Oval 47">
              <a:extLst>
                <a:ext uri="{FF2B5EF4-FFF2-40B4-BE49-F238E27FC236}">
                  <a16:creationId xmlns:a16="http://schemas.microsoft.com/office/drawing/2014/main" id="{EFBB3132-4F11-4188-87BF-1E2F6CEFC3E3}"/>
                </a:ext>
              </a:extLst>
            </p:cNvPr>
            <p:cNvSpPr/>
            <p:nvPr/>
          </p:nvSpPr>
          <p:spPr>
            <a:xfrm>
              <a:off x="590804" y="5463624"/>
              <a:ext cx="6244470" cy="270276"/>
            </a:xfrm>
            <a:prstGeom prst="ellips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7E1C9E39-9421-42F3-864F-06E170D03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269" y="2444801"/>
              <a:ext cx="4334353" cy="2732836"/>
            </a:xfrm>
            <a:custGeom>
              <a:avLst/>
              <a:gdLst>
                <a:gd name="T0" fmla="*/ 2226 w 4453"/>
                <a:gd name="T1" fmla="*/ 1 h 2847"/>
                <a:gd name="T2" fmla="*/ 4419 w 4453"/>
                <a:gd name="T3" fmla="*/ 0 h 2847"/>
                <a:gd name="T4" fmla="*/ 4453 w 4453"/>
                <a:gd name="T5" fmla="*/ 35 h 2847"/>
                <a:gd name="T6" fmla="*/ 4453 w 4453"/>
                <a:gd name="T7" fmla="*/ 2813 h 2847"/>
                <a:gd name="T8" fmla="*/ 4419 w 4453"/>
                <a:gd name="T9" fmla="*/ 2847 h 2847"/>
                <a:gd name="T10" fmla="*/ 39 w 4453"/>
                <a:gd name="T11" fmla="*/ 2847 h 2847"/>
                <a:gd name="T12" fmla="*/ 0 w 4453"/>
                <a:gd name="T13" fmla="*/ 2808 h 2847"/>
                <a:gd name="T14" fmla="*/ 0 w 4453"/>
                <a:gd name="T15" fmla="*/ 35 h 2847"/>
                <a:gd name="T16" fmla="*/ 34 w 4453"/>
                <a:gd name="T17" fmla="*/ 0 h 2847"/>
                <a:gd name="T18" fmla="*/ 2226 w 4453"/>
                <a:gd name="T19" fmla="*/ 1 h 2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53" h="2847">
                  <a:moveTo>
                    <a:pt x="2226" y="1"/>
                  </a:moveTo>
                  <a:cubicBezTo>
                    <a:pt x="2957" y="1"/>
                    <a:pt x="3688" y="1"/>
                    <a:pt x="4419" y="0"/>
                  </a:cubicBezTo>
                  <a:cubicBezTo>
                    <a:pt x="4447" y="0"/>
                    <a:pt x="4453" y="7"/>
                    <a:pt x="4453" y="35"/>
                  </a:cubicBezTo>
                  <a:cubicBezTo>
                    <a:pt x="4452" y="961"/>
                    <a:pt x="4452" y="1887"/>
                    <a:pt x="4453" y="2813"/>
                  </a:cubicBezTo>
                  <a:cubicBezTo>
                    <a:pt x="4453" y="2840"/>
                    <a:pt x="4446" y="2847"/>
                    <a:pt x="4419" y="2847"/>
                  </a:cubicBezTo>
                  <a:cubicBezTo>
                    <a:pt x="2959" y="2847"/>
                    <a:pt x="1499" y="2847"/>
                    <a:pt x="39" y="2847"/>
                  </a:cubicBezTo>
                  <a:cubicBezTo>
                    <a:pt x="0" y="2847"/>
                    <a:pt x="0" y="2847"/>
                    <a:pt x="0" y="2808"/>
                  </a:cubicBezTo>
                  <a:cubicBezTo>
                    <a:pt x="0" y="1884"/>
                    <a:pt x="0" y="959"/>
                    <a:pt x="0" y="35"/>
                  </a:cubicBezTo>
                  <a:cubicBezTo>
                    <a:pt x="0" y="8"/>
                    <a:pt x="5" y="0"/>
                    <a:pt x="34" y="0"/>
                  </a:cubicBezTo>
                  <a:cubicBezTo>
                    <a:pt x="765" y="1"/>
                    <a:pt x="1495" y="1"/>
                    <a:pt x="2226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57" name="Group 74">
              <a:extLst>
                <a:ext uri="{FF2B5EF4-FFF2-40B4-BE49-F238E27FC236}">
                  <a16:creationId xmlns:a16="http://schemas.microsoft.com/office/drawing/2014/main" id="{665945C2-DAF8-4B30-8505-0436D8685A95}"/>
                </a:ext>
              </a:extLst>
            </p:cNvPr>
            <p:cNvGrpSpPr/>
            <p:nvPr/>
          </p:nvGrpSpPr>
          <p:grpSpPr>
            <a:xfrm>
              <a:off x="795260" y="2257330"/>
              <a:ext cx="5787454" cy="3328672"/>
              <a:chOff x="796810" y="2238918"/>
              <a:chExt cx="5787454" cy="3328672"/>
            </a:xfrm>
          </p:grpSpPr>
          <p:sp>
            <p:nvSpPr>
              <p:cNvPr id="58" name="Freeform 5">
                <a:extLst>
                  <a:ext uri="{FF2B5EF4-FFF2-40B4-BE49-F238E27FC236}">
                    <a16:creationId xmlns:a16="http://schemas.microsoft.com/office/drawing/2014/main" id="{EC8BD9F2-9C02-41F0-A35B-5E119984DF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0290" y="2238918"/>
                <a:ext cx="4719724" cy="3117743"/>
              </a:xfrm>
              <a:custGeom>
                <a:avLst/>
                <a:gdLst>
                  <a:gd name="T0" fmla="*/ 4914 w 4918"/>
                  <a:gd name="T1" fmla="*/ 178 h 3248"/>
                  <a:gd name="T2" fmla="*/ 4915 w 4918"/>
                  <a:gd name="T3" fmla="*/ 713 h 3248"/>
                  <a:gd name="T4" fmla="*/ 4915 w 4918"/>
                  <a:gd name="T5" fmla="*/ 2133 h 3248"/>
                  <a:gd name="T6" fmla="*/ 4918 w 4918"/>
                  <a:gd name="T7" fmla="*/ 3248 h 3248"/>
                  <a:gd name="T8" fmla="*/ 1 w 4918"/>
                  <a:gd name="T9" fmla="*/ 3248 h 3248"/>
                  <a:gd name="T10" fmla="*/ 1 w 4918"/>
                  <a:gd name="T11" fmla="*/ 2183 h 3248"/>
                  <a:gd name="T12" fmla="*/ 0 w 4918"/>
                  <a:gd name="T13" fmla="*/ 229 h 3248"/>
                  <a:gd name="T14" fmla="*/ 8 w 4918"/>
                  <a:gd name="T15" fmla="*/ 157 h 3248"/>
                  <a:gd name="T16" fmla="*/ 14 w 4918"/>
                  <a:gd name="T17" fmla="*/ 143 h 3248"/>
                  <a:gd name="T18" fmla="*/ 141 w 4918"/>
                  <a:gd name="T19" fmla="*/ 12 h 3248"/>
                  <a:gd name="T20" fmla="*/ 218 w 4918"/>
                  <a:gd name="T21" fmla="*/ 0 h 3248"/>
                  <a:gd name="T22" fmla="*/ 4712 w 4918"/>
                  <a:gd name="T23" fmla="*/ 1 h 3248"/>
                  <a:gd name="T24" fmla="*/ 4905 w 4918"/>
                  <a:gd name="T25" fmla="*/ 143 h 3248"/>
                  <a:gd name="T26" fmla="*/ 4911 w 4918"/>
                  <a:gd name="T27" fmla="*/ 157 h 3248"/>
                  <a:gd name="T28" fmla="*/ 4913 w 4918"/>
                  <a:gd name="T29" fmla="*/ 167 h 3248"/>
                  <a:gd name="T30" fmla="*/ 4914 w 4918"/>
                  <a:gd name="T31" fmla="*/ 178 h 3248"/>
                  <a:gd name="T32" fmla="*/ 2459 w 4918"/>
                  <a:gd name="T33" fmla="*/ 201 h 3248"/>
                  <a:gd name="T34" fmla="*/ 267 w 4918"/>
                  <a:gd name="T35" fmla="*/ 200 h 3248"/>
                  <a:gd name="T36" fmla="*/ 233 w 4918"/>
                  <a:gd name="T37" fmla="*/ 235 h 3248"/>
                  <a:gd name="T38" fmla="*/ 233 w 4918"/>
                  <a:gd name="T39" fmla="*/ 3008 h 3248"/>
                  <a:gd name="T40" fmla="*/ 272 w 4918"/>
                  <a:gd name="T41" fmla="*/ 3047 h 3248"/>
                  <a:gd name="T42" fmla="*/ 4652 w 4918"/>
                  <a:gd name="T43" fmla="*/ 3047 h 3248"/>
                  <a:gd name="T44" fmla="*/ 4686 w 4918"/>
                  <a:gd name="T45" fmla="*/ 3013 h 3248"/>
                  <a:gd name="T46" fmla="*/ 4686 w 4918"/>
                  <a:gd name="T47" fmla="*/ 235 h 3248"/>
                  <a:gd name="T48" fmla="*/ 4652 w 4918"/>
                  <a:gd name="T49" fmla="*/ 200 h 3248"/>
                  <a:gd name="T50" fmla="*/ 2459 w 4918"/>
                  <a:gd name="T51" fmla="*/ 201 h 3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18" h="3248">
                    <a:moveTo>
                      <a:pt x="4914" y="178"/>
                    </a:moveTo>
                    <a:cubicBezTo>
                      <a:pt x="4914" y="356"/>
                      <a:pt x="4915" y="535"/>
                      <a:pt x="4915" y="713"/>
                    </a:cubicBezTo>
                    <a:cubicBezTo>
                      <a:pt x="4915" y="1187"/>
                      <a:pt x="4915" y="1660"/>
                      <a:pt x="4915" y="2133"/>
                    </a:cubicBezTo>
                    <a:cubicBezTo>
                      <a:pt x="4916" y="2491"/>
                      <a:pt x="4918" y="3248"/>
                      <a:pt x="4918" y="3248"/>
                    </a:cubicBezTo>
                    <a:cubicBezTo>
                      <a:pt x="1" y="3248"/>
                      <a:pt x="1" y="3248"/>
                      <a:pt x="1" y="3248"/>
                    </a:cubicBezTo>
                    <a:cubicBezTo>
                      <a:pt x="1" y="2893"/>
                      <a:pt x="1" y="2537"/>
                      <a:pt x="1" y="2183"/>
                    </a:cubicBezTo>
                    <a:cubicBezTo>
                      <a:pt x="1" y="1532"/>
                      <a:pt x="1" y="880"/>
                      <a:pt x="0" y="229"/>
                    </a:cubicBezTo>
                    <a:cubicBezTo>
                      <a:pt x="0" y="205"/>
                      <a:pt x="2" y="181"/>
                      <a:pt x="8" y="157"/>
                    </a:cubicBezTo>
                    <a:cubicBezTo>
                      <a:pt x="13" y="154"/>
                      <a:pt x="15" y="150"/>
                      <a:pt x="14" y="143"/>
                    </a:cubicBezTo>
                    <a:cubicBezTo>
                      <a:pt x="33" y="77"/>
                      <a:pt x="77" y="34"/>
                      <a:pt x="141" y="12"/>
                    </a:cubicBezTo>
                    <a:cubicBezTo>
                      <a:pt x="166" y="3"/>
                      <a:pt x="191" y="0"/>
                      <a:pt x="218" y="0"/>
                    </a:cubicBezTo>
                    <a:cubicBezTo>
                      <a:pt x="1716" y="1"/>
                      <a:pt x="3214" y="1"/>
                      <a:pt x="4712" y="1"/>
                    </a:cubicBezTo>
                    <a:cubicBezTo>
                      <a:pt x="4802" y="1"/>
                      <a:pt x="4888" y="64"/>
                      <a:pt x="4905" y="143"/>
                    </a:cubicBezTo>
                    <a:cubicBezTo>
                      <a:pt x="4903" y="150"/>
                      <a:pt x="4905" y="154"/>
                      <a:pt x="4911" y="157"/>
                    </a:cubicBezTo>
                    <a:cubicBezTo>
                      <a:pt x="4911" y="160"/>
                      <a:pt x="4912" y="164"/>
                      <a:pt x="4913" y="167"/>
                    </a:cubicBezTo>
                    <a:cubicBezTo>
                      <a:pt x="4908" y="171"/>
                      <a:pt x="4909" y="175"/>
                      <a:pt x="4914" y="178"/>
                    </a:cubicBezTo>
                    <a:close/>
                    <a:moveTo>
                      <a:pt x="2459" y="201"/>
                    </a:moveTo>
                    <a:cubicBezTo>
                      <a:pt x="1728" y="201"/>
                      <a:pt x="998" y="201"/>
                      <a:pt x="267" y="200"/>
                    </a:cubicBezTo>
                    <a:cubicBezTo>
                      <a:pt x="238" y="200"/>
                      <a:pt x="233" y="208"/>
                      <a:pt x="233" y="235"/>
                    </a:cubicBezTo>
                    <a:cubicBezTo>
                      <a:pt x="233" y="1159"/>
                      <a:pt x="233" y="2084"/>
                      <a:pt x="233" y="3008"/>
                    </a:cubicBezTo>
                    <a:cubicBezTo>
                      <a:pt x="233" y="3047"/>
                      <a:pt x="233" y="3047"/>
                      <a:pt x="272" y="3047"/>
                    </a:cubicBezTo>
                    <a:cubicBezTo>
                      <a:pt x="1732" y="3047"/>
                      <a:pt x="3192" y="3047"/>
                      <a:pt x="4652" y="3047"/>
                    </a:cubicBezTo>
                    <a:cubicBezTo>
                      <a:pt x="4679" y="3047"/>
                      <a:pt x="4686" y="3040"/>
                      <a:pt x="4686" y="3013"/>
                    </a:cubicBezTo>
                    <a:cubicBezTo>
                      <a:pt x="4685" y="2087"/>
                      <a:pt x="4685" y="1161"/>
                      <a:pt x="4686" y="235"/>
                    </a:cubicBezTo>
                    <a:cubicBezTo>
                      <a:pt x="4686" y="207"/>
                      <a:pt x="4680" y="200"/>
                      <a:pt x="4652" y="200"/>
                    </a:cubicBezTo>
                    <a:cubicBezTo>
                      <a:pt x="3921" y="201"/>
                      <a:pt x="3190" y="201"/>
                      <a:pt x="2459" y="20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0">
                <a:extLst>
                  <a:ext uri="{FF2B5EF4-FFF2-40B4-BE49-F238E27FC236}">
                    <a16:creationId xmlns:a16="http://schemas.microsoft.com/office/drawing/2014/main" id="{AD9080BF-54BB-4979-924B-AED6F7FD0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132" y="5357431"/>
                <a:ext cx="866809" cy="79291"/>
              </a:xfrm>
              <a:custGeom>
                <a:avLst/>
                <a:gdLst>
                  <a:gd name="T0" fmla="*/ 0 w 903"/>
                  <a:gd name="T1" fmla="*/ 0 h 83"/>
                  <a:gd name="T2" fmla="*/ 903 w 903"/>
                  <a:gd name="T3" fmla="*/ 0 h 83"/>
                  <a:gd name="T4" fmla="*/ 816 w 903"/>
                  <a:gd name="T5" fmla="*/ 83 h 83"/>
                  <a:gd name="T6" fmla="*/ 87 w 903"/>
                  <a:gd name="T7" fmla="*/ 83 h 83"/>
                  <a:gd name="T8" fmla="*/ 0 w 903"/>
                  <a:gd name="T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3" h="83">
                    <a:moveTo>
                      <a:pt x="0" y="0"/>
                    </a:moveTo>
                    <a:cubicBezTo>
                      <a:pt x="301" y="0"/>
                      <a:pt x="602" y="0"/>
                      <a:pt x="903" y="0"/>
                    </a:cubicBezTo>
                    <a:cubicBezTo>
                      <a:pt x="900" y="45"/>
                      <a:pt x="861" y="83"/>
                      <a:pt x="816" y="83"/>
                    </a:cubicBezTo>
                    <a:cubicBezTo>
                      <a:pt x="573" y="83"/>
                      <a:pt x="330" y="83"/>
                      <a:pt x="87" y="83"/>
                    </a:cubicBezTo>
                    <a:cubicBezTo>
                      <a:pt x="42" y="83"/>
                      <a:pt x="2" y="45"/>
                      <a:pt x="0" y="0"/>
                    </a:cubicBezTo>
                    <a:close/>
                  </a:path>
                </a:pathLst>
              </a:cu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0" name="Freeform 11">
                <a:extLst>
                  <a:ext uri="{FF2B5EF4-FFF2-40B4-BE49-F238E27FC236}">
                    <a16:creationId xmlns:a16="http://schemas.microsoft.com/office/drawing/2014/main" id="{2DC882E3-9E38-425A-9973-74A63B145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810" y="5356661"/>
                <a:ext cx="5787454" cy="144725"/>
              </a:xfrm>
              <a:custGeom>
                <a:avLst/>
                <a:gdLst>
                  <a:gd name="T0" fmla="*/ 135 w 6031"/>
                  <a:gd name="T1" fmla="*/ 150 h 151"/>
                  <a:gd name="T2" fmla="*/ 1969 w 6031"/>
                  <a:gd name="T3" fmla="*/ 151 h 151"/>
                  <a:gd name="T4" fmla="*/ 1969 w 6031"/>
                  <a:gd name="T5" fmla="*/ 150 h 151"/>
                  <a:gd name="T6" fmla="*/ 2640 w 6031"/>
                  <a:gd name="T7" fmla="*/ 150 h 151"/>
                  <a:gd name="T8" fmla="*/ 2772 w 6031"/>
                  <a:gd name="T9" fmla="*/ 151 h 151"/>
                  <a:gd name="T10" fmla="*/ 2977 w 6031"/>
                  <a:gd name="T11" fmla="*/ 151 h 151"/>
                  <a:gd name="T12" fmla="*/ 3343 w 6031"/>
                  <a:gd name="T13" fmla="*/ 151 h 151"/>
                  <a:gd name="T14" fmla="*/ 4495 w 6031"/>
                  <a:gd name="T15" fmla="*/ 151 h 151"/>
                  <a:gd name="T16" fmla="*/ 4698 w 6031"/>
                  <a:gd name="T17" fmla="*/ 151 h 151"/>
                  <a:gd name="T18" fmla="*/ 5896 w 6031"/>
                  <a:gd name="T19" fmla="*/ 150 h 151"/>
                  <a:gd name="T20" fmla="*/ 6025 w 6031"/>
                  <a:gd name="T21" fmla="*/ 147 h 151"/>
                  <a:gd name="T22" fmla="*/ 6029 w 6031"/>
                  <a:gd name="T23" fmla="*/ 36 h 151"/>
                  <a:gd name="T24" fmla="*/ 5994 w 6031"/>
                  <a:gd name="T25" fmla="*/ 0 h 151"/>
                  <a:gd name="T26" fmla="*/ 4782 w 6031"/>
                  <a:gd name="T27" fmla="*/ 1 h 151"/>
                  <a:gd name="T28" fmla="*/ 3467 w 6031"/>
                  <a:gd name="T29" fmla="*/ 1 h 151"/>
                  <a:gd name="T30" fmla="*/ 3380 w 6031"/>
                  <a:gd name="T31" fmla="*/ 85 h 151"/>
                  <a:gd name="T32" fmla="*/ 2651 w 6031"/>
                  <a:gd name="T33" fmla="*/ 85 h 151"/>
                  <a:gd name="T34" fmla="*/ 2564 w 6031"/>
                  <a:gd name="T35" fmla="*/ 1 h 151"/>
                  <a:gd name="T36" fmla="*/ 1249 w 6031"/>
                  <a:gd name="T37" fmla="*/ 1 h 151"/>
                  <a:gd name="T38" fmla="*/ 37 w 6031"/>
                  <a:gd name="T39" fmla="*/ 0 h 151"/>
                  <a:gd name="T40" fmla="*/ 2 w 6031"/>
                  <a:gd name="T41" fmla="*/ 36 h 151"/>
                  <a:gd name="T42" fmla="*/ 6 w 6031"/>
                  <a:gd name="T43" fmla="*/ 147 h 151"/>
                  <a:gd name="T44" fmla="*/ 135 w 6031"/>
                  <a:gd name="T45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031" h="151">
                    <a:moveTo>
                      <a:pt x="135" y="150"/>
                    </a:moveTo>
                    <a:cubicBezTo>
                      <a:pt x="746" y="151"/>
                      <a:pt x="1358" y="151"/>
                      <a:pt x="1969" y="151"/>
                    </a:cubicBezTo>
                    <a:cubicBezTo>
                      <a:pt x="1969" y="150"/>
                      <a:pt x="1969" y="150"/>
                      <a:pt x="1969" y="150"/>
                    </a:cubicBezTo>
                    <a:cubicBezTo>
                      <a:pt x="2193" y="150"/>
                      <a:pt x="2416" y="150"/>
                      <a:pt x="2640" y="150"/>
                    </a:cubicBezTo>
                    <a:cubicBezTo>
                      <a:pt x="2684" y="150"/>
                      <a:pt x="2728" y="151"/>
                      <a:pt x="2772" y="151"/>
                    </a:cubicBezTo>
                    <a:cubicBezTo>
                      <a:pt x="2840" y="151"/>
                      <a:pt x="2909" y="151"/>
                      <a:pt x="2977" y="151"/>
                    </a:cubicBezTo>
                    <a:cubicBezTo>
                      <a:pt x="3099" y="150"/>
                      <a:pt x="3221" y="151"/>
                      <a:pt x="3343" y="151"/>
                    </a:cubicBezTo>
                    <a:cubicBezTo>
                      <a:pt x="3727" y="151"/>
                      <a:pt x="4111" y="151"/>
                      <a:pt x="4495" y="151"/>
                    </a:cubicBezTo>
                    <a:cubicBezTo>
                      <a:pt x="4564" y="151"/>
                      <a:pt x="4631" y="151"/>
                      <a:pt x="4698" y="151"/>
                    </a:cubicBezTo>
                    <a:cubicBezTo>
                      <a:pt x="5097" y="151"/>
                      <a:pt x="5497" y="151"/>
                      <a:pt x="5896" y="150"/>
                    </a:cubicBezTo>
                    <a:cubicBezTo>
                      <a:pt x="5938" y="150"/>
                      <a:pt x="5983" y="146"/>
                      <a:pt x="6025" y="147"/>
                    </a:cubicBezTo>
                    <a:cubicBezTo>
                      <a:pt x="6031" y="133"/>
                      <a:pt x="6029" y="73"/>
                      <a:pt x="6029" y="36"/>
                    </a:cubicBezTo>
                    <a:cubicBezTo>
                      <a:pt x="6029" y="8"/>
                      <a:pt x="6023" y="0"/>
                      <a:pt x="5994" y="0"/>
                    </a:cubicBezTo>
                    <a:cubicBezTo>
                      <a:pt x="5821" y="1"/>
                      <a:pt x="4974" y="1"/>
                      <a:pt x="4782" y="1"/>
                    </a:cubicBezTo>
                    <a:cubicBezTo>
                      <a:pt x="4608" y="1"/>
                      <a:pt x="3467" y="1"/>
                      <a:pt x="3467" y="1"/>
                    </a:cubicBezTo>
                    <a:cubicBezTo>
                      <a:pt x="3464" y="46"/>
                      <a:pt x="3425" y="84"/>
                      <a:pt x="3380" y="85"/>
                    </a:cubicBezTo>
                    <a:cubicBezTo>
                      <a:pt x="3137" y="85"/>
                      <a:pt x="2894" y="85"/>
                      <a:pt x="2651" y="85"/>
                    </a:cubicBezTo>
                    <a:cubicBezTo>
                      <a:pt x="2606" y="84"/>
                      <a:pt x="2566" y="46"/>
                      <a:pt x="2564" y="1"/>
                    </a:cubicBezTo>
                    <a:cubicBezTo>
                      <a:pt x="2564" y="1"/>
                      <a:pt x="1413" y="1"/>
                      <a:pt x="1249" y="1"/>
                    </a:cubicBezTo>
                    <a:cubicBezTo>
                      <a:pt x="1057" y="1"/>
                      <a:pt x="210" y="1"/>
                      <a:pt x="37" y="0"/>
                    </a:cubicBezTo>
                    <a:cubicBezTo>
                      <a:pt x="8" y="0"/>
                      <a:pt x="2" y="8"/>
                      <a:pt x="2" y="36"/>
                    </a:cubicBezTo>
                    <a:cubicBezTo>
                      <a:pt x="2" y="72"/>
                      <a:pt x="0" y="133"/>
                      <a:pt x="6" y="147"/>
                    </a:cubicBezTo>
                    <a:cubicBezTo>
                      <a:pt x="48" y="146"/>
                      <a:pt x="93" y="150"/>
                      <a:pt x="135" y="15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4">
                <a:extLst>
                  <a:ext uri="{FF2B5EF4-FFF2-40B4-BE49-F238E27FC236}">
                    <a16:creationId xmlns:a16="http://schemas.microsoft.com/office/drawing/2014/main" id="{6F5FC22C-0DA8-4D53-8B8C-1D0884FE8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198" y="5497537"/>
                <a:ext cx="5776677" cy="70053"/>
              </a:xfrm>
              <a:custGeom>
                <a:avLst/>
                <a:gdLst>
                  <a:gd name="T0" fmla="*/ 5890 w 6019"/>
                  <a:gd name="T1" fmla="*/ 3 h 73"/>
                  <a:gd name="T2" fmla="*/ 3337 w 6019"/>
                  <a:gd name="T3" fmla="*/ 4 h 73"/>
                  <a:gd name="T4" fmla="*/ 2892 w 6019"/>
                  <a:gd name="T5" fmla="*/ 5 h 73"/>
                  <a:gd name="T6" fmla="*/ 2634 w 6019"/>
                  <a:gd name="T7" fmla="*/ 3 h 73"/>
                  <a:gd name="T8" fmla="*/ 1963 w 6019"/>
                  <a:gd name="T9" fmla="*/ 4 h 73"/>
                  <a:gd name="T10" fmla="*/ 1963 w 6019"/>
                  <a:gd name="T11" fmla="*/ 4 h 73"/>
                  <a:gd name="T12" fmla="*/ 129 w 6019"/>
                  <a:gd name="T13" fmla="*/ 3 h 73"/>
                  <a:gd name="T14" fmla="*/ 0 w 6019"/>
                  <a:gd name="T15" fmla="*/ 0 h 73"/>
                  <a:gd name="T16" fmla="*/ 117 w 6019"/>
                  <a:gd name="T17" fmla="*/ 59 h 73"/>
                  <a:gd name="T18" fmla="*/ 579 w 6019"/>
                  <a:gd name="T19" fmla="*/ 70 h 73"/>
                  <a:gd name="T20" fmla="*/ 1963 w 6019"/>
                  <a:gd name="T21" fmla="*/ 71 h 73"/>
                  <a:gd name="T22" fmla="*/ 1963 w 6019"/>
                  <a:gd name="T23" fmla="*/ 71 h 73"/>
                  <a:gd name="T24" fmla="*/ 5440 w 6019"/>
                  <a:gd name="T25" fmla="*/ 70 h 73"/>
                  <a:gd name="T26" fmla="*/ 5902 w 6019"/>
                  <a:gd name="T27" fmla="*/ 59 h 73"/>
                  <a:gd name="T28" fmla="*/ 6019 w 6019"/>
                  <a:gd name="T29" fmla="*/ 0 h 73"/>
                  <a:gd name="T30" fmla="*/ 5890 w 6019"/>
                  <a:gd name="T31" fmla="*/ 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19" h="73">
                    <a:moveTo>
                      <a:pt x="5890" y="3"/>
                    </a:moveTo>
                    <a:cubicBezTo>
                      <a:pt x="5039" y="4"/>
                      <a:pt x="4188" y="4"/>
                      <a:pt x="3337" y="4"/>
                    </a:cubicBezTo>
                    <a:cubicBezTo>
                      <a:pt x="3189" y="4"/>
                      <a:pt x="3040" y="3"/>
                      <a:pt x="2892" y="5"/>
                    </a:cubicBezTo>
                    <a:cubicBezTo>
                      <a:pt x="2806" y="6"/>
                      <a:pt x="2720" y="3"/>
                      <a:pt x="2634" y="3"/>
                    </a:cubicBezTo>
                    <a:cubicBezTo>
                      <a:pt x="2410" y="4"/>
                      <a:pt x="2187" y="4"/>
                      <a:pt x="1963" y="4"/>
                    </a:cubicBezTo>
                    <a:cubicBezTo>
                      <a:pt x="1963" y="4"/>
                      <a:pt x="1963" y="4"/>
                      <a:pt x="1963" y="4"/>
                    </a:cubicBezTo>
                    <a:cubicBezTo>
                      <a:pt x="1352" y="4"/>
                      <a:pt x="740" y="4"/>
                      <a:pt x="129" y="3"/>
                    </a:cubicBezTo>
                    <a:cubicBezTo>
                      <a:pt x="87" y="3"/>
                      <a:pt x="42" y="0"/>
                      <a:pt x="0" y="0"/>
                    </a:cubicBezTo>
                    <a:cubicBezTo>
                      <a:pt x="20" y="41"/>
                      <a:pt x="74" y="53"/>
                      <a:pt x="117" y="59"/>
                    </a:cubicBezTo>
                    <a:cubicBezTo>
                      <a:pt x="279" y="73"/>
                      <a:pt x="425" y="70"/>
                      <a:pt x="579" y="70"/>
                    </a:cubicBezTo>
                    <a:cubicBezTo>
                      <a:pt x="1040" y="71"/>
                      <a:pt x="1502" y="71"/>
                      <a:pt x="1963" y="71"/>
                    </a:cubicBezTo>
                    <a:cubicBezTo>
                      <a:pt x="1963" y="71"/>
                      <a:pt x="1963" y="71"/>
                      <a:pt x="1963" y="71"/>
                    </a:cubicBezTo>
                    <a:cubicBezTo>
                      <a:pt x="3122" y="71"/>
                      <a:pt x="4281" y="71"/>
                      <a:pt x="5440" y="70"/>
                    </a:cubicBezTo>
                    <a:cubicBezTo>
                      <a:pt x="5594" y="70"/>
                      <a:pt x="5740" y="73"/>
                      <a:pt x="5902" y="59"/>
                    </a:cubicBezTo>
                    <a:cubicBezTo>
                      <a:pt x="5945" y="53"/>
                      <a:pt x="5999" y="41"/>
                      <a:pt x="6019" y="0"/>
                    </a:cubicBezTo>
                    <a:cubicBezTo>
                      <a:pt x="5977" y="0"/>
                      <a:pt x="5932" y="3"/>
                      <a:pt x="5890" y="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62" name="Group 41">
            <a:extLst>
              <a:ext uri="{FF2B5EF4-FFF2-40B4-BE49-F238E27FC236}">
                <a16:creationId xmlns:a16="http://schemas.microsoft.com/office/drawing/2014/main" id="{C4EF6886-D7E2-430F-B882-6BF4A636845C}"/>
              </a:ext>
            </a:extLst>
          </p:cNvPr>
          <p:cNvGrpSpPr/>
          <p:nvPr/>
        </p:nvGrpSpPr>
        <p:grpSpPr>
          <a:xfrm>
            <a:off x="-4889310" y="2962896"/>
            <a:ext cx="1474296" cy="1798263"/>
            <a:chOff x="7549436" y="-3035119"/>
            <a:chExt cx="1474296" cy="1798263"/>
          </a:xfrm>
          <a:solidFill>
            <a:srgbClr val="FFFF00"/>
          </a:solidFill>
        </p:grpSpPr>
        <p:sp>
          <p:nvSpPr>
            <p:cNvPr id="63" name="Freeform 5">
              <a:extLst>
                <a:ext uri="{FF2B5EF4-FFF2-40B4-BE49-F238E27FC236}">
                  <a16:creationId xmlns:a16="http://schemas.microsoft.com/office/drawing/2014/main" id="{0F542182-E29B-4A50-A252-B41EBA85FA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7222" y="-2761530"/>
              <a:ext cx="917325" cy="1524674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4" name="Freeform 6">
              <a:extLst>
                <a:ext uri="{FF2B5EF4-FFF2-40B4-BE49-F238E27FC236}">
                  <a16:creationId xmlns:a16="http://schemas.microsoft.com/office/drawing/2014/main" id="{B5D4D5A4-6938-43FE-8C9C-17F6A17A08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578" y="-2329808"/>
              <a:ext cx="65073" cy="110555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5F8CA217-ED00-41B6-9C8D-01E5719536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5765" y="-2182168"/>
              <a:ext cx="235803" cy="378545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8">
              <a:extLst>
                <a:ext uri="{FF2B5EF4-FFF2-40B4-BE49-F238E27FC236}">
                  <a16:creationId xmlns:a16="http://schemas.microsoft.com/office/drawing/2014/main" id="{C7123D49-B9B3-4D8A-8E51-1B13C86967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10842" y="-2203160"/>
              <a:ext cx="105657" cy="130847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9">
              <a:extLst>
                <a:ext uri="{FF2B5EF4-FFF2-40B4-BE49-F238E27FC236}">
                  <a16:creationId xmlns:a16="http://schemas.microsoft.com/office/drawing/2014/main" id="{AA96436A-30E2-4484-89FB-09068315F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2653076"/>
              <a:ext cx="381344" cy="41563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10">
              <a:extLst>
                <a:ext uri="{FF2B5EF4-FFF2-40B4-BE49-F238E27FC236}">
                  <a16:creationId xmlns:a16="http://schemas.microsoft.com/office/drawing/2014/main" id="{E1EDFCBC-3B35-4A1F-A046-993825B185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3035119"/>
              <a:ext cx="58776" cy="223908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11">
              <a:extLst>
                <a:ext uri="{FF2B5EF4-FFF2-40B4-BE49-F238E27FC236}">
                  <a16:creationId xmlns:a16="http://schemas.microsoft.com/office/drawing/2014/main" id="{E6A9492C-2624-4E48-A2B3-39EB56626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9293" y="-2944156"/>
              <a:ext cx="149039" cy="207115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12">
              <a:extLst>
                <a:ext uri="{FF2B5EF4-FFF2-40B4-BE49-F238E27FC236}">
                  <a16:creationId xmlns:a16="http://schemas.microsoft.com/office/drawing/2014/main" id="{F3960847-1946-4939-A626-D98B78BFC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052722"/>
              <a:ext cx="209214" cy="146940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13">
              <a:extLst>
                <a:ext uri="{FF2B5EF4-FFF2-40B4-BE49-F238E27FC236}">
                  <a16:creationId xmlns:a16="http://schemas.microsoft.com/office/drawing/2014/main" id="{933DDBCF-A7FC-4264-8105-C8F706B0E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682464"/>
              <a:ext cx="209214" cy="145540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14">
              <a:extLst>
                <a:ext uri="{FF2B5EF4-FFF2-40B4-BE49-F238E27FC236}">
                  <a16:creationId xmlns:a16="http://schemas.microsoft.com/office/drawing/2014/main" id="{7DBC5FC8-040A-4539-9D48-56BB6A922F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824" y="-2322811"/>
              <a:ext cx="223908" cy="59476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15">
              <a:extLst>
                <a:ext uri="{FF2B5EF4-FFF2-40B4-BE49-F238E27FC236}">
                  <a16:creationId xmlns:a16="http://schemas.microsoft.com/office/drawing/2014/main" id="{90C82265-1F8A-4854-AF0D-43C1C0B2DC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9436" y="-2322811"/>
              <a:ext cx="222509" cy="59476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0B5B1FB-95DF-4CE1-9B0C-0C7BBA4B56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682464"/>
              <a:ext cx="209214" cy="145540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7">
              <a:extLst>
                <a:ext uri="{FF2B5EF4-FFF2-40B4-BE49-F238E27FC236}">
                  <a16:creationId xmlns:a16="http://schemas.microsoft.com/office/drawing/2014/main" id="{6952A95F-D601-401B-8B81-2CD2EE917A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052722"/>
              <a:ext cx="209214" cy="146940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18">
              <a:extLst>
                <a:ext uri="{FF2B5EF4-FFF2-40B4-BE49-F238E27FC236}">
                  <a16:creationId xmlns:a16="http://schemas.microsoft.com/office/drawing/2014/main" id="{085CB10E-3291-4F90-982A-42DA3D8749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4837" y="-2944156"/>
              <a:ext cx="149039" cy="207115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197122BC-7529-4CBB-8634-C1451BD8A2E4}"/>
              </a:ext>
            </a:extLst>
          </p:cNvPr>
          <p:cNvSpPr txBox="1"/>
          <p:nvPr/>
        </p:nvSpPr>
        <p:spPr>
          <a:xfrm>
            <a:off x="275753" y="2274838"/>
            <a:ext cx="51355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post-bac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une étape cruciale mais souvent mal accompagnée. Grâce à l’intelligence artificielle, il est désormais possible de proposer un accompagnement interactif et personnalisé. </a:t>
            </a:r>
          </a:p>
        </p:txBody>
      </p:sp>
    </p:spTree>
    <p:extLst>
      <p:ext uri="{BB962C8B-B14F-4D97-AF65-F5344CB8AC3E}">
        <p14:creationId xmlns:p14="http://schemas.microsoft.com/office/powerpoint/2010/main" val="108820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66CC7-F695-47C0-80BA-AFE5C761E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502443"/>
            <a:ext cx="5586413" cy="55864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A0C8A8-4C76-4C21-8BE3-5900A8D54898}"/>
              </a:ext>
            </a:extLst>
          </p:cNvPr>
          <p:cNvSpPr txBox="1"/>
          <p:nvPr/>
        </p:nvSpPr>
        <p:spPr>
          <a:xfrm>
            <a:off x="7277100" y="2387084"/>
            <a:ext cx="3695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chatbots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39C06C23-C947-4885-BDA7-06AA6CD2C08C}"/>
              </a:ext>
            </a:extLst>
          </p:cNvPr>
          <p:cNvSpPr txBox="1"/>
          <p:nvPr/>
        </p:nvSpPr>
        <p:spPr>
          <a:xfrm>
            <a:off x="8018452" y="3199090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355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1682A0-8008-4A0B-B073-A75837C7885F}"/>
              </a:ext>
            </a:extLst>
          </p:cNvPr>
          <p:cNvSpPr txBox="1"/>
          <p:nvPr/>
        </p:nvSpPr>
        <p:spPr>
          <a:xfrm>
            <a:off x="3808268" y="1479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Générale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D04CF-DB11-4E9F-85ED-F4B73475BAC6}"/>
              </a:ext>
            </a:extLst>
          </p:cNvPr>
          <p:cNvSpPr txBox="1"/>
          <p:nvPr/>
        </p:nvSpPr>
        <p:spPr>
          <a:xfrm>
            <a:off x="226868" y="1498010"/>
            <a:ext cx="112031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est une application logicielle qui permet d’interagir automatiquement avec des utilisateurs, en simulant une conversation naturelle à l’écrit ou à l’oral.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5CB2E-5767-4930-992E-FDE1F652A3FA}"/>
              </a:ext>
            </a:extLst>
          </p:cNvPr>
          <p:cNvSpPr txBox="1"/>
          <p:nvPr/>
        </p:nvSpPr>
        <p:spPr>
          <a:xfrm>
            <a:off x="10140082" y="4320030"/>
            <a:ext cx="1581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  <a:p>
            <a:pPr algn="ctr"/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vocal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BA788-DC22-4461-B5E0-E078D9A4D307}"/>
              </a:ext>
            </a:extLst>
          </p:cNvPr>
          <p:cNvSpPr txBox="1"/>
          <p:nvPr/>
        </p:nvSpPr>
        <p:spPr>
          <a:xfrm>
            <a:off x="7501657" y="3058174"/>
            <a:ext cx="1581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hybride</a:t>
            </a:r>
            <a:endParaRPr lang="en-US" sz="24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D7C8DA-6736-461C-9838-EAD27405D501}"/>
              </a:ext>
            </a:extLst>
          </p:cNvPr>
          <p:cNvSpPr txBox="1"/>
          <p:nvPr/>
        </p:nvSpPr>
        <p:spPr>
          <a:xfrm>
            <a:off x="3846368" y="4320030"/>
            <a:ext cx="2371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basé</a:t>
            </a: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sur l’ IA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24E47D-B770-4A9C-828E-5CF8E46D1C04}"/>
              </a:ext>
            </a:extLst>
          </p:cNvPr>
          <p:cNvSpPr txBox="1"/>
          <p:nvPr/>
        </p:nvSpPr>
        <p:spPr>
          <a:xfrm>
            <a:off x="226868" y="3058175"/>
            <a:ext cx="2686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basé</a:t>
            </a:r>
            <a:r>
              <a:rPr 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sur des </a:t>
            </a:r>
            <a:r>
              <a:rPr lang="en-US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endParaRPr lang="en-US" sz="24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186FF71-808B-44C8-9E44-B8A465B97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3908" y="368733"/>
            <a:ext cx="5586413" cy="5586413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B72B91C3-2DBF-4885-B7C3-E534B4D8FB63}"/>
              </a:ext>
            </a:extLst>
          </p:cNvPr>
          <p:cNvSpPr txBox="1"/>
          <p:nvPr/>
        </p:nvSpPr>
        <p:spPr>
          <a:xfrm>
            <a:off x="7234957" y="-2136353"/>
            <a:ext cx="3695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chatbots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0D83501-1659-4829-B6C8-4DC4E077B429}"/>
              </a:ext>
            </a:extLst>
          </p:cNvPr>
          <p:cNvSpPr txBox="1"/>
          <p:nvPr/>
        </p:nvSpPr>
        <p:spPr>
          <a:xfrm>
            <a:off x="7823899" y="6960322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78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C08B30-EF11-46DC-B992-AEFE15399702}"/>
              </a:ext>
            </a:extLst>
          </p:cNvPr>
          <p:cNvSpPr txBox="1"/>
          <p:nvPr/>
        </p:nvSpPr>
        <p:spPr>
          <a:xfrm>
            <a:off x="2516248" y="99006"/>
            <a:ext cx="74174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basé</a:t>
            </a: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sur des </a:t>
            </a:r>
            <a:r>
              <a:rPr lang="en-US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règles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A015CE3F-ECFB-4B9A-9797-B1DCF708D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7838855"/>
              </p:ext>
            </p:extLst>
          </p:nvPr>
        </p:nvGraphicFramePr>
        <p:xfrm>
          <a:off x="0" y="986384"/>
          <a:ext cx="1195977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003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34FD4C-2041-4431-9312-4F23633FEE98}"/>
              </a:ext>
            </a:extLst>
          </p:cNvPr>
          <p:cNvSpPr txBox="1"/>
          <p:nvPr/>
        </p:nvSpPr>
        <p:spPr>
          <a:xfrm>
            <a:off x="2970289" y="14263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basé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l’ IA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FBCD3640-2AFB-4354-B6EE-D8FBEB65B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211594"/>
              </p:ext>
            </p:extLst>
          </p:nvPr>
        </p:nvGraphicFramePr>
        <p:xfrm>
          <a:off x="152400" y="986384"/>
          <a:ext cx="1195977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116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C03DBA-A49C-49CB-803E-DD9C8EBA552E}"/>
              </a:ext>
            </a:extLst>
          </p:cNvPr>
          <p:cNvSpPr txBox="1"/>
          <p:nvPr/>
        </p:nvSpPr>
        <p:spPr>
          <a:xfrm>
            <a:off x="3181350" y="326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  <a:r>
              <a:rPr lang="en-US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Hybride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4BF7905-EB89-4566-9797-501DC9DB6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781518"/>
              </p:ext>
            </p:extLst>
          </p:nvPr>
        </p:nvGraphicFramePr>
        <p:xfrm>
          <a:off x="0" y="986384"/>
          <a:ext cx="1195977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9669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6B66F-923D-479F-ACB0-7955A701AFAB}"/>
              </a:ext>
            </a:extLst>
          </p:cNvPr>
          <p:cNvSpPr txBox="1"/>
          <p:nvPr/>
        </p:nvSpPr>
        <p:spPr>
          <a:xfrm>
            <a:off x="4191000" y="1202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Chatbot vocal</a:t>
            </a:r>
            <a:endParaRPr lang="en-US" sz="40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4CA60840-2971-4E2D-8436-4D19C7A53F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087290"/>
              </p:ext>
            </p:extLst>
          </p:nvPr>
        </p:nvGraphicFramePr>
        <p:xfrm>
          <a:off x="0" y="986384"/>
          <a:ext cx="1195977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72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254C6305-4FA3-4052-A5B4-01490FE87669}"/>
              </a:ext>
            </a:extLst>
          </p:cNvPr>
          <p:cNvSpPr txBox="1"/>
          <p:nvPr/>
        </p:nvSpPr>
        <p:spPr>
          <a:xfrm>
            <a:off x="7756289" y="3218853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9806D6F7-0ABE-41BB-A697-CDC5283D7CDE}"/>
              </a:ext>
            </a:extLst>
          </p:cNvPr>
          <p:cNvSpPr txBox="1"/>
          <p:nvPr/>
        </p:nvSpPr>
        <p:spPr>
          <a:xfrm>
            <a:off x="6219373" y="1759875"/>
            <a:ext cx="4639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endParaRPr lang="fr-MA" sz="16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CEEA3E-AD3B-47DE-92AF-B24D56C60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27" y="985142"/>
            <a:ext cx="6529215" cy="468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75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54A56D1F-DF1F-4D92-A2F9-C82725218D86}"/>
              </a:ext>
            </a:extLst>
          </p:cNvPr>
          <p:cNvSpPr/>
          <p:nvPr/>
        </p:nvSpPr>
        <p:spPr>
          <a:xfrm>
            <a:off x="914400" y="1465944"/>
            <a:ext cx="2700611" cy="4034970"/>
          </a:xfrm>
          <a:custGeom>
            <a:avLst/>
            <a:gdLst>
              <a:gd name="connsiteX0" fmla="*/ 0 w 2574127"/>
              <a:gd name="connsiteY0" fmla="*/ 257413 h 2920025"/>
              <a:gd name="connsiteX1" fmla="*/ 257413 w 2574127"/>
              <a:gd name="connsiteY1" fmla="*/ 0 h 2920025"/>
              <a:gd name="connsiteX2" fmla="*/ 2316714 w 2574127"/>
              <a:gd name="connsiteY2" fmla="*/ 0 h 2920025"/>
              <a:gd name="connsiteX3" fmla="*/ 2574127 w 2574127"/>
              <a:gd name="connsiteY3" fmla="*/ 257413 h 2920025"/>
              <a:gd name="connsiteX4" fmla="*/ 2574127 w 2574127"/>
              <a:gd name="connsiteY4" fmla="*/ 2662612 h 2920025"/>
              <a:gd name="connsiteX5" fmla="*/ 2316714 w 2574127"/>
              <a:gd name="connsiteY5" fmla="*/ 2920025 h 2920025"/>
              <a:gd name="connsiteX6" fmla="*/ 257413 w 2574127"/>
              <a:gd name="connsiteY6" fmla="*/ 2920025 h 2920025"/>
              <a:gd name="connsiteX7" fmla="*/ 0 w 2574127"/>
              <a:gd name="connsiteY7" fmla="*/ 2662612 h 2920025"/>
              <a:gd name="connsiteX8" fmla="*/ 0 w 2574127"/>
              <a:gd name="connsiteY8" fmla="*/ 257413 h 292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4127" h="2920025">
                <a:moveTo>
                  <a:pt x="0" y="257413"/>
                </a:moveTo>
                <a:cubicBezTo>
                  <a:pt x="0" y="115248"/>
                  <a:pt x="115248" y="0"/>
                  <a:pt x="257413" y="0"/>
                </a:cubicBezTo>
                <a:lnTo>
                  <a:pt x="2316714" y="0"/>
                </a:lnTo>
                <a:cubicBezTo>
                  <a:pt x="2458879" y="0"/>
                  <a:pt x="2574127" y="115248"/>
                  <a:pt x="2574127" y="257413"/>
                </a:cubicBezTo>
                <a:lnTo>
                  <a:pt x="2574127" y="2662612"/>
                </a:lnTo>
                <a:cubicBezTo>
                  <a:pt x="2574127" y="2804777"/>
                  <a:pt x="2458879" y="2920025"/>
                  <a:pt x="2316714" y="2920025"/>
                </a:cubicBezTo>
                <a:lnTo>
                  <a:pt x="257413" y="2920025"/>
                </a:lnTo>
                <a:cubicBezTo>
                  <a:pt x="115248" y="2920025"/>
                  <a:pt x="0" y="2804777"/>
                  <a:pt x="0" y="2662612"/>
                </a:cubicBezTo>
                <a:lnTo>
                  <a:pt x="0" y="257413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974" tIns="143974" rIns="143974" bIns="143974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nombreux bacheliers ont des difficultés à choisir leur orientation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post-bac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33569D5D-4D7D-4638-AF9A-354EDF66C54B}"/>
              </a:ext>
            </a:extLst>
          </p:cNvPr>
          <p:cNvSpPr/>
          <p:nvPr/>
        </p:nvSpPr>
        <p:spPr>
          <a:xfrm>
            <a:off x="3785495" y="3395637"/>
            <a:ext cx="545714" cy="638383"/>
          </a:xfrm>
          <a:custGeom>
            <a:avLst/>
            <a:gdLst>
              <a:gd name="connsiteX0" fmla="*/ 0 w 545714"/>
              <a:gd name="connsiteY0" fmla="*/ 127677 h 638383"/>
              <a:gd name="connsiteX1" fmla="*/ 272857 w 545714"/>
              <a:gd name="connsiteY1" fmla="*/ 127677 h 638383"/>
              <a:gd name="connsiteX2" fmla="*/ 272857 w 545714"/>
              <a:gd name="connsiteY2" fmla="*/ 0 h 638383"/>
              <a:gd name="connsiteX3" fmla="*/ 545714 w 545714"/>
              <a:gd name="connsiteY3" fmla="*/ 319192 h 638383"/>
              <a:gd name="connsiteX4" fmla="*/ 272857 w 545714"/>
              <a:gd name="connsiteY4" fmla="*/ 638383 h 638383"/>
              <a:gd name="connsiteX5" fmla="*/ 272857 w 545714"/>
              <a:gd name="connsiteY5" fmla="*/ 510706 h 638383"/>
              <a:gd name="connsiteX6" fmla="*/ 0 w 545714"/>
              <a:gd name="connsiteY6" fmla="*/ 510706 h 638383"/>
              <a:gd name="connsiteX7" fmla="*/ 0 w 545714"/>
              <a:gd name="connsiteY7" fmla="*/ 127677 h 638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714" h="638383">
                <a:moveTo>
                  <a:pt x="0" y="127677"/>
                </a:moveTo>
                <a:lnTo>
                  <a:pt x="272857" y="127677"/>
                </a:lnTo>
                <a:lnTo>
                  <a:pt x="272857" y="0"/>
                </a:lnTo>
                <a:lnTo>
                  <a:pt x="545714" y="319192"/>
                </a:lnTo>
                <a:lnTo>
                  <a:pt x="272857" y="638383"/>
                </a:lnTo>
                <a:lnTo>
                  <a:pt x="272857" y="510706"/>
                </a:lnTo>
                <a:lnTo>
                  <a:pt x="0" y="510706"/>
                </a:lnTo>
                <a:lnTo>
                  <a:pt x="0" y="12767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7677" rIns="163714" bIns="127677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1FEB5B04-359C-44C4-ABCF-48EDA2E23C67}"/>
              </a:ext>
            </a:extLst>
          </p:cNvPr>
          <p:cNvSpPr/>
          <p:nvPr/>
        </p:nvSpPr>
        <p:spPr>
          <a:xfrm>
            <a:off x="4501698" y="1465944"/>
            <a:ext cx="2998882" cy="4034970"/>
          </a:xfrm>
          <a:custGeom>
            <a:avLst/>
            <a:gdLst>
              <a:gd name="connsiteX0" fmla="*/ 0 w 2574127"/>
              <a:gd name="connsiteY0" fmla="*/ 257413 h 2920025"/>
              <a:gd name="connsiteX1" fmla="*/ 257413 w 2574127"/>
              <a:gd name="connsiteY1" fmla="*/ 0 h 2920025"/>
              <a:gd name="connsiteX2" fmla="*/ 2316714 w 2574127"/>
              <a:gd name="connsiteY2" fmla="*/ 0 h 2920025"/>
              <a:gd name="connsiteX3" fmla="*/ 2574127 w 2574127"/>
              <a:gd name="connsiteY3" fmla="*/ 257413 h 2920025"/>
              <a:gd name="connsiteX4" fmla="*/ 2574127 w 2574127"/>
              <a:gd name="connsiteY4" fmla="*/ 2662612 h 2920025"/>
              <a:gd name="connsiteX5" fmla="*/ 2316714 w 2574127"/>
              <a:gd name="connsiteY5" fmla="*/ 2920025 h 2920025"/>
              <a:gd name="connsiteX6" fmla="*/ 257413 w 2574127"/>
              <a:gd name="connsiteY6" fmla="*/ 2920025 h 2920025"/>
              <a:gd name="connsiteX7" fmla="*/ 0 w 2574127"/>
              <a:gd name="connsiteY7" fmla="*/ 2662612 h 2920025"/>
              <a:gd name="connsiteX8" fmla="*/ 0 w 2574127"/>
              <a:gd name="connsiteY8" fmla="*/ 257413 h 292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4127" h="2920025">
                <a:moveTo>
                  <a:pt x="0" y="257413"/>
                </a:moveTo>
                <a:cubicBezTo>
                  <a:pt x="0" y="115248"/>
                  <a:pt x="115248" y="0"/>
                  <a:pt x="257413" y="0"/>
                </a:cubicBezTo>
                <a:lnTo>
                  <a:pt x="2316714" y="0"/>
                </a:lnTo>
                <a:cubicBezTo>
                  <a:pt x="2458879" y="0"/>
                  <a:pt x="2574127" y="115248"/>
                  <a:pt x="2574127" y="257413"/>
                </a:cubicBezTo>
                <a:lnTo>
                  <a:pt x="2574127" y="2662612"/>
                </a:lnTo>
                <a:cubicBezTo>
                  <a:pt x="2574127" y="2804777"/>
                  <a:pt x="2458879" y="2920025"/>
                  <a:pt x="2316714" y="2920025"/>
                </a:cubicBezTo>
                <a:lnTo>
                  <a:pt x="257413" y="2920025"/>
                </a:lnTo>
                <a:cubicBezTo>
                  <a:pt x="115248" y="2920025"/>
                  <a:pt x="0" y="2804777"/>
                  <a:pt x="0" y="2662612"/>
                </a:cubicBezTo>
                <a:lnTo>
                  <a:pt x="0" y="257413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974" tIns="143974" rIns="143974" bIns="143974" numCol="1" spcCol="1270" anchor="t" anchorCtr="0">
            <a:noAutofit/>
          </a:bodyPr>
          <a:lstStyle/>
          <a:p>
            <a:pPr marL="0" lvl="1" algn="ctr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ctr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répondre à ce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besoin,J’ai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voulu concevoir un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capable de les guider, en leur posant les bonnes questions, et en leur proposant des réponses adaptées à leur profil.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ECC0CBF6-C97F-4335-9DEE-ACB75E02961A}"/>
              </a:ext>
            </a:extLst>
          </p:cNvPr>
          <p:cNvSpPr/>
          <p:nvPr/>
        </p:nvSpPr>
        <p:spPr>
          <a:xfrm>
            <a:off x="7671064" y="3395637"/>
            <a:ext cx="545714" cy="638383"/>
          </a:xfrm>
          <a:custGeom>
            <a:avLst/>
            <a:gdLst>
              <a:gd name="connsiteX0" fmla="*/ 0 w 545714"/>
              <a:gd name="connsiteY0" fmla="*/ 127677 h 638383"/>
              <a:gd name="connsiteX1" fmla="*/ 272857 w 545714"/>
              <a:gd name="connsiteY1" fmla="*/ 127677 h 638383"/>
              <a:gd name="connsiteX2" fmla="*/ 272857 w 545714"/>
              <a:gd name="connsiteY2" fmla="*/ 0 h 638383"/>
              <a:gd name="connsiteX3" fmla="*/ 545714 w 545714"/>
              <a:gd name="connsiteY3" fmla="*/ 319192 h 638383"/>
              <a:gd name="connsiteX4" fmla="*/ 272857 w 545714"/>
              <a:gd name="connsiteY4" fmla="*/ 638383 h 638383"/>
              <a:gd name="connsiteX5" fmla="*/ 272857 w 545714"/>
              <a:gd name="connsiteY5" fmla="*/ 510706 h 638383"/>
              <a:gd name="connsiteX6" fmla="*/ 0 w 545714"/>
              <a:gd name="connsiteY6" fmla="*/ 510706 h 638383"/>
              <a:gd name="connsiteX7" fmla="*/ 0 w 545714"/>
              <a:gd name="connsiteY7" fmla="*/ 127677 h 638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714" h="638383">
                <a:moveTo>
                  <a:pt x="0" y="127677"/>
                </a:moveTo>
                <a:lnTo>
                  <a:pt x="272857" y="127677"/>
                </a:lnTo>
                <a:lnTo>
                  <a:pt x="272857" y="0"/>
                </a:lnTo>
                <a:lnTo>
                  <a:pt x="545714" y="319192"/>
                </a:lnTo>
                <a:lnTo>
                  <a:pt x="272857" y="638383"/>
                </a:lnTo>
                <a:lnTo>
                  <a:pt x="272857" y="510706"/>
                </a:lnTo>
                <a:lnTo>
                  <a:pt x="0" y="510706"/>
                </a:lnTo>
                <a:lnTo>
                  <a:pt x="0" y="12767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7677" rIns="163714" bIns="127677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6E2CC0CB-D533-4AA9-8122-80D9F9A7A1D5}"/>
              </a:ext>
            </a:extLst>
          </p:cNvPr>
          <p:cNvSpPr/>
          <p:nvPr/>
        </p:nvSpPr>
        <p:spPr>
          <a:xfrm>
            <a:off x="8387264" y="1465944"/>
            <a:ext cx="2784832" cy="4034970"/>
          </a:xfrm>
          <a:custGeom>
            <a:avLst/>
            <a:gdLst>
              <a:gd name="connsiteX0" fmla="*/ 0 w 2574127"/>
              <a:gd name="connsiteY0" fmla="*/ 257413 h 2920025"/>
              <a:gd name="connsiteX1" fmla="*/ 257413 w 2574127"/>
              <a:gd name="connsiteY1" fmla="*/ 0 h 2920025"/>
              <a:gd name="connsiteX2" fmla="*/ 2316714 w 2574127"/>
              <a:gd name="connsiteY2" fmla="*/ 0 h 2920025"/>
              <a:gd name="connsiteX3" fmla="*/ 2574127 w 2574127"/>
              <a:gd name="connsiteY3" fmla="*/ 257413 h 2920025"/>
              <a:gd name="connsiteX4" fmla="*/ 2574127 w 2574127"/>
              <a:gd name="connsiteY4" fmla="*/ 2662612 h 2920025"/>
              <a:gd name="connsiteX5" fmla="*/ 2316714 w 2574127"/>
              <a:gd name="connsiteY5" fmla="*/ 2920025 h 2920025"/>
              <a:gd name="connsiteX6" fmla="*/ 257413 w 2574127"/>
              <a:gd name="connsiteY6" fmla="*/ 2920025 h 2920025"/>
              <a:gd name="connsiteX7" fmla="*/ 0 w 2574127"/>
              <a:gd name="connsiteY7" fmla="*/ 2662612 h 2920025"/>
              <a:gd name="connsiteX8" fmla="*/ 0 w 2574127"/>
              <a:gd name="connsiteY8" fmla="*/ 257413 h 292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4127" h="2920025">
                <a:moveTo>
                  <a:pt x="0" y="257413"/>
                </a:moveTo>
                <a:cubicBezTo>
                  <a:pt x="0" y="115248"/>
                  <a:pt x="115248" y="0"/>
                  <a:pt x="257413" y="0"/>
                </a:cubicBezTo>
                <a:lnTo>
                  <a:pt x="2316714" y="0"/>
                </a:lnTo>
                <a:cubicBezTo>
                  <a:pt x="2458879" y="0"/>
                  <a:pt x="2574127" y="115248"/>
                  <a:pt x="2574127" y="257413"/>
                </a:cubicBezTo>
                <a:lnTo>
                  <a:pt x="2574127" y="2662612"/>
                </a:lnTo>
                <a:cubicBezTo>
                  <a:pt x="2574127" y="2804777"/>
                  <a:pt x="2458879" y="2920025"/>
                  <a:pt x="2316714" y="2920025"/>
                </a:cubicBezTo>
                <a:lnTo>
                  <a:pt x="257413" y="2920025"/>
                </a:lnTo>
                <a:cubicBezTo>
                  <a:pt x="115248" y="2920025"/>
                  <a:pt x="0" y="2804777"/>
                  <a:pt x="0" y="2662612"/>
                </a:cubicBezTo>
                <a:lnTo>
                  <a:pt x="0" y="257413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974" tIns="143974" rIns="143974" bIns="143974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donc de faciliter l’accès à l’information, de manière personnalisée, fluide et intelligente.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8728" y="5636241"/>
            <a:ext cx="2338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Problématique</a:t>
            </a:r>
            <a:endParaRPr lang="fr-F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66277" y="5675073"/>
            <a:ext cx="285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Démarche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31024" y="5675073"/>
            <a:ext cx="169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D6C9CD7C-70AC-4564-A56C-A62B13429474}"/>
              </a:ext>
            </a:extLst>
          </p:cNvPr>
          <p:cNvSpPr txBox="1"/>
          <p:nvPr/>
        </p:nvSpPr>
        <p:spPr>
          <a:xfrm>
            <a:off x="7192318" y="-2083278"/>
            <a:ext cx="4639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endParaRPr lang="fr-MA" sz="16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D7DD9DB-7138-4914-ABCC-DCD1C3C5F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7444" y="410427"/>
            <a:ext cx="6529215" cy="4688786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040041C7-53E0-4424-8C2A-C7AF1E33A0E8}"/>
              </a:ext>
            </a:extLst>
          </p:cNvPr>
          <p:cNvSpPr txBox="1"/>
          <p:nvPr/>
        </p:nvSpPr>
        <p:spPr>
          <a:xfrm>
            <a:off x="12834128" y="2841639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6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D9A96615-96A0-4F8A-B0D0-93DE0E625832}"/>
              </a:ext>
            </a:extLst>
          </p:cNvPr>
          <p:cNvSpPr txBox="1"/>
          <p:nvPr/>
        </p:nvSpPr>
        <p:spPr>
          <a:xfrm>
            <a:off x="8021195" y="1441745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D28EF180-D232-480D-AA4D-3C6F9417335C}"/>
              </a:ext>
            </a:extLst>
          </p:cNvPr>
          <p:cNvSpPr txBox="1"/>
          <p:nvPr/>
        </p:nvSpPr>
        <p:spPr>
          <a:xfrm>
            <a:off x="6096000" y="2540453"/>
            <a:ext cx="5415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Conception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7E25D-75E1-45D8-8F84-5A8E33B8F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15" y="862241"/>
            <a:ext cx="4415824" cy="44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97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CF2FAED-7D1F-466E-ABEA-510AE67355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871729"/>
              </p:ext>
            </p:extLst>
          </p:nvPr>
        </p:nvGraphicFramePr>
        <p:xfrm>
          <a:off x="0" y="-1"/>
          <a:ext cx="12192000" cy="6858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0">
            <a:extLst>
              <a:ext uri="{FF2B5EF4-FFF2-40B4-BE49-F238E27FC236}">
                <a16:creationId xmlns:a16="http://schemas.microsoft.com/office/drawing/2014/main" id="{B1CAA170-E0F6-4CEF-88A1-2034684886C2}"/>
              </a:ext>
            </a:extLst>
          </p:cNvPr>
          <p:cNvSpPr txBox="1"/>
          <p:nvPr/>
        </p:nvSpPr>
        <p:spPr>
          <a:xfrm>
            <a:off x="13196315" y="2285323"/>
            <a:ext cx="5415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Conception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46125096-DB6E-4AAD-90C0-D71779F79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6085" y="1221088"/>
            <a:ext cx="4415824" cy="4415824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Zoom de diapositive 6">
                <a:extLst>
                  <a:ext uri="{FF2B5EF4-FFF2-40B4-BE49-F238E27FC236}">
                    <a16:creationId xmlns:a16="http://schemas.microsoft.com/office/drawing/2014/main" id="{7FC1A6F2-DD42-4AC3-A6FE-311E930DA8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5594506"/>
                  </p:ext>
                </p:extLst>
              </p:nvPr>
            </p:nvGraphicFramePr>
            <p:xfrm>
              <a:off x="6005381" y="300543"/>
              <a:ext cx="181237" cy="181237"/>
            </p:xfrm>
            <a:graphic>
              <a:graphicData uri="http://schemas.microsoft.com/office/powerpoint/2016/slidezoom">
                <pslz:sldZm>
                  <pslz:sldZmObj sldId="682" cId="1583796944">
                    <pslz:zmPr id="{5BE27DE6-37BD-4ACF-9C62-EFD27D0EB3BA}" returnToParent="0" imageType="cover" transitionDur="1000" showBg="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1237" cy="18123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Zoom de diapositive 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FC1A6F2-DD42-4AC3-A6FE-311E930DA8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005381" y="300543"/>
                <a:ext cx="181237" cy="181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Zoom de diapositive 8">
                <a:extLst>
                  <a:ext uri="{FF2B5EF4-FFF2-40B4-BE49-F238E27FC236}">
                    <a16:creationId xmlns:a16="http://schemas.microsoft.com/office/drawing/2014/main" id="{D1C8788C-7DAB-4D4F-A5F8-E2579F1931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7393480"/>
                  </p:ext>
                </p:extLst>
              </p:nvPr>
            </p:nvGraphicFramePr>
            <p:xfrm>
              <a:off x="5990431" y="5143500"/>
              <a:ext cx="211136" cy="211136"/>
            </p:xfrm>
            <a:graphic>
              <a:graphicData uri="http://schemas.microsoft.com/office/powerpoint/2016/slidezoom">
                <pslz:sldZm>
                  <pslz:sldZmObj sldId="678" cId="2390562284">
                    <pslz:zmPr id="{6D88BFCD-462F-4E21-A7F5-330A470E40CD}" returnToParent="0" imageType="cover" transitionDur="1000" showBg="0">
                      <p166:blipFill xmlns:p166="http://schemas.microsoft.com/office/powerpoint/2016/6/main"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4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136" cy="21113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Zoom de diapositive 8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D1C8788C-7DAB-4D4F-A5F8-E2579F1931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990431" y="5143500"/>
                <a:ext cx="211136" cy="211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Zoom de diapositive 10">
                <a:extLst>
                  <a:ext uri="{FF2B5EF4-FFF2-40B4-BE49-F238E27FC236}">
                    <a16:creationId xmlns:a16="http://schemas.microsoft.com/office/drawing/2014/main" id="{49CDC308-3DC7-446C-A1E8-09A6367590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0418388"/>
                  </p:ext>
                </p:extLst>
              </p:nvPr>
            </p:nvGraphicFramePr>
            <p:xfrm>
              <a:off x="8459948" y="2755520"/>
              <a:ext cx="218061" cy="218061"/>
            </p:xfrm>
            <a:graphic>
              <a:graphicData uri="http://schemas.microsoft.com/office/powerpoint/2016/slidezoom">
                <pslz:sldZm>
                  <pslz:sldZmObj sldId="679" cId="3423458090">
                    <pslz:zmPr id="{0E24FFAB-C329-416D-9BC2-A2ADFA97A872}" returnToParent="0" imageType="cover" transitionDur="1000" showBg="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9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061" cy="21806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Zoom de diapositive 10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49CDC308-3DC7-446C-A1E8-09A6367590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8459948" y="2755520"/>
                <a:ext cx="218061" cy="2180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Zoom de diapositive 12">
                <a:extLst>
                  <a:ext uri="{FF2B5EF4-FFF2-40B4-BE49-F238E27FC236}">
                    <a16:creationId xmlns:a16="http://schemas.microsoft.com/office/drawing/2014/main" id="{DCA0C501-4821-4461-8562-1B0A14C771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1650"/>
                  </p:ext>
                </p:extLst>
              </p:nvPr>
            </p:nvGraphicFramePr>
            <p:xfrm>
              <a:off x="3513992" y="2755519"/>
              <a:ext cx="218061" cy="218061"/>
            </p:xfrm>
            <a:graphic>
              <a:graphicData uri="http://schemas.microsoft.com/office/powerpoint/2016/slidezoom">
                <pslz:sldZm>
                  <pslz:sldZmObj sldId="680" cId="1053067326">
                    <pslz:zmPr id="{7665232A-9DD0-4302-8E51-C3125B2FC0CD}" returnToParent="0" imageType="cover" transitionDur="1000" showBg="0">
                      <p166:blipFill xmlns:p166="http://schemas.microsoft.com/office/powerpoint/2016/6/main"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24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8061" cy="21806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Zoom de diapositive 12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DCA0C501-4821-4461-8562-1B0A14C771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3513992" y="2755519"/>
                <a:ext cx="218061" cy="218061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1">
            <a:extLst>
              <a:ext uri="{FF2B5EF4-FFF2-40B4-BE49-F238E27FC236}">
                <a16:creationId xmlns:a16="http://schemas.microsoft.com/office/drawing/2014/main" id="{93E9D0F9-8665-4660-B6A7-493389FBC84D}"/>
              </a:ext>
            </a:extLst>
          </p:cNvPr>
          <p:cNvSpPr txBox="1"/>
          <p:nvPr/>
        </p:nvSpPr>
        <p:spPr>
          <a:xfrm>
            <a:off x="8137927" y="-1365334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8A4C3C72-3FF3-4C4A-A4D7-509883358680}"/>
              </a:ext>
            </a:extLst>
          </p:cNvPr>
          <p:cNvSpPr txBox="1"/>
          <p:nvPr/>
        </p:nvSpPr>
        <p:spPr>
          <a:xfrm>
            <a:off x="304800" y="145829"/>
            <a:ext cx="11582400" cy="46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Diagramme  de Cas d’utilisation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7735C-0E92-4A5A-839A-56A419A35EB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135" y="966676"/>
            <a:ext cx="8168317" cy="5597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3796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23DF20-E482-4279-BD39-42A76DCCDF0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868" y="1165652"/>
            <a:ext cx="9044264" cy="537644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6877AA-9D13-4A47-B930-12DC5D922272}"/>
              </a:ext>
            </a:extLst>
          </p:cNvPr>
          <p:cNvSpPr txBox="1"/>
          <p:nvPr/>
        </p:nvSpPr>
        <p:spPr>
          <a:xfrm>
            <a:off x="2504660" y="315907"/>
            <a:ext cx="7394713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"/>
            </a:pPr>
            <a:r>
              <a:rPr lang="fr-F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Diagramme de séquence pour modifier des questions et réponses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58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020C73-BDC8-45E5-A0CC-276FBDA714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51" y="1037270"/>
            <a:ext cx="6992339" cy="5552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3173E1-1364-4F96-A529-A25AF031C532}"/>
              </a:ext>
            </a:extLst>
          </p:cNvPr>
          <p:cNvSpPr txBox="1"/>
          <p:nvPr/>
        </p:nvSpPr>
        <p:spPr>
          <a:xfrm>
            <a:off x="3299790" y="268621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"/>
            </a:pPr>
            <a:r>
              <a:rPr lang="fr-F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Diagramme de séquence pour l’utilisateur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562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B4053C-481F-41FB-9EDB-964496548F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129" y="827790"/>
            <a:ext cx="7387742" cy="58775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1D620C-08C2-4EFC-86BD-55910B1C57DC}"/>
              </a:ext>
            </a:extLst>
          </p:cNvPr>
          <p:cNvSpPr txBox="1"/>
          <p:nvPr/>
        </p:nvSpPr>
        <p:spPr>
          <a:xfrm>
            <a:off x="3419061" y="152615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Arbre de conversation du </a:t>
            </a:r>
            <a:r>
              <a:rPr lang="fr-FR" sz="18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chatbot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67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>
            <a:extLst>
              <a:ext uri="{FF2B5EF4-FFF2-40B4-BE49-F238E27FC236}">
                <a16:creationId xmlns:a16="http://schemas.microsoft.com/office/drawing/2014/main" id="{B3869ED8-AB55-473D-A882-069A02B950D1}"/>
              </a:ext>
            </a:extLst>
          </p:cNvPr>
          <p:cNvSpPr txBox="1"/>
          <p:nvPr/>
        </p:nvSpPr>
        <p:spPr>
          <a:xfrm>
            <a:off x="7656776" y="3379782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63230732-199B-4CB1-8DDA-AC695C0FC89A}"/>
              </a:ext>
            </a:extLst>
          </p:cNvPr>
          <p:cNvSpPr txBox="1"/>
          <p:nvPr/>
        </p:nvSpPr>
        <p:spPr>
          <a:xfrm>
            <a:off x="5767181" y="1859340"/>
            <a:ext cx="5667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et Technologies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768F4-4005-4365-B9C7-CA534F767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7" y="885449"/>
            <a:ext cx="4318346" cy="431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8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8DB2260-F458-461E-9055-215D6D0EC642}"/>
              </a:ext>
            </a:extLst>
          </p:cNvPr>
          <p:cNvSpPr txBox="1"/>
          <p:nvPr/>
        </p:nvSpPr>
        <p:spPr>
          <a:xfrm>
            <a:off x="3614529" y="73211"/>
            <a:ext cx="6380923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  du </a:t>
            </a:r>
            <a:r>
              <a:rPr lang="fr-FR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52677-823C-42EF-98D8-E9AF596E1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452" y="1413517"/>
            <a:ext cx="8382000" cy="4629150"/>
          </a:xfrm>
          <a:prstGeom prst="rect">
            <a:avLst/>
          </a:prstGeom>
        </p:spPr>
      </p:pic>
      <p:sp>
        <p:nvSpPr>
          <p:cNvPr id="5" name="TextBox 34">
            <a:extLst>
              <a:ext uri="{FF2B5EF4-FFF2-40B4-BE49-F238E27FC236}">
                <a16:creationId xmlns:a16="http://schemas.microsoft.com/office/drawing/2014/main" id="{B07CC27A-0E0E-49AA-A66B-D0BD383135DE}"/>
              </a:ext>
            </a:extLst>
          </p:cNvPr>
          <p:cNvSpPr txBox="1"/>
          <p:nvPr/>
        </p:nvSpPr>
        <p:spPr>
          <a:xfrm>
            <a:off x="13226617" y="1500613"/>
            <a:ext cx="5667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et Technologies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441C93A-9A8A-4516-87CF-90BB28587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2463" y="682249"/>
            <a:ext cx="4318346" cy="431834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D06E50EB-71B2-4EDD-998B-37FFF3F36A7D}"/>
              </a:ext>
            </a:extLst>
          </p:cNvPr>
          <p:cNvSpPr txBox="1"/>
          <p:nvPr/>
        </p:nvSpPr>
        <p:spPr>
          <a:xfrm>
            <a:off x="7501133" y="7212480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8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82EEF2E-0AE8-4291-AD34-8F269BC2F79B}"/>
              </a:ext>
            </a:extLst>
          </p:cNvPr>
          <p:cNvSpPr txBox="1"/>
          <p:nvPr/>
        </p:nvSpPr>
        <p:spPr>
          <a:xfrm>
            <a:off x="3621881" y="282058"/>
            <a:ext cx="49482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Logiciels utilisés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6ABFC8-FA47-4B7E-83EF-297FB599D998}"/>
              </a:ext>
            </a:extLst>
          </p:cNvPr>
          <p:cNvSpPr txBox="1"/>
          <p:nvPr/>
        </p:nvSpPr>
        <p:spPr>
          <a:xfrm>
            <a:off x="965545" y="985516"/>
            <a:ext cx="1026091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cadre de notre projet, plusieurs outils logiciels ont été mobilisés pour le développement, la modélisation et la gestion des bases de données. </a:t>
            </a:r>
            <a:endParaRPr lang="fr-M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426EC87-C770-4005-BFB7-EB6B229AAFD0}"/>
              </a:ext>
            </a:extLst>
          </p:cNvPr>
          <p:cNvSpPr/>
          <p:nvPr/>
        </p:nvSpPr>
        <p:spPr>
          <a:xfrm>
            <a:off x="1336675" y="2133761"/>
            <a:ext cx="9518650" cy="1386278"/>
          </a:xfrm>
          <a:custGeom>
            <a:avLst/>
            <a:gdLst>
              <a:gd name="connsiteX0" fmla="*/ 0 w 9518650"/>
              <a:gd name="connsiteY0" fmla="*/ 346570 h 1386278"/>
              <a:gd name="connsiteX1" fmla="*/ 8825511 w 9518650"/>
              <a:gd name="connsiteY1" fmla="*/ 346570 h 1386278"/>
              <a:gd name="connsiteX2" fmla="*/ 8825511 w 9518650"/>
              <a:gd name="connsiteY2" fmla="*/ 0 h 1386278"/>
              <a:gd name="connsiteX3" fmla="*/ 9518650 w 9518650"/>
              <a:gd name="connsiteY3" fmla="*/ 693139 h 1386278"/>
              <a:gd name="connsiteX4" fmla="*/ 8825511 w 9518650"/>
              <a:gd name="connsiteY4" fmla="*/ 1386278 h 1386278"/>
              <a:gd name="connsiteX5" fmla="*/ 8825511 w 9518650"/>
              <a:gd name="connsiteY5" fmla="*/ 1039709 h 1386278"/>
              <a:gd name="connsiteX6" fmla="*/ 0 w 9518650"/>
              <a:gd name="connsiteY6" fmla="*/ 1039709 h 1386278"/>
              <a:gd name="connsiteX7" fmla="*/ 0 w 9518650"/>
              <a:gd name="connsiteY7" fmla="*/ 346570 h 138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18650" h="1386278">
                <a:moveTo>
                  <a:pt x="0" y="346570"/>
                </a:moveTo>
                <a:lnTo>
                  <a:pt x="8825511" y="346570"/>
                </a:lnTo>
                <a:lnTo>
                  <a:pt x="8825511" y="0"/>
                </a:lnTo>
                <a:lnTo>
                  <a:pt x="9518650" y="693139"/>
                </a:lnTo>
                <a:lnTo>
                  <a:pt x="8825511" y="1386278"/>
                </a:lnTo>
                <a:lnTo>
                  <a:pt x="8825511" y="1039709"/>
                </a:lnTo>
                <a:lnTo>
                  <a:pt x="0" y="1039709"/>
                </a:lnTo>
                <a:lnTo>
                  <a:pt x="0" y="34657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2870" tIns="449440" rIns="600569" bIns="566641" numCol="1" spcCol="1270" anchor="ctr" anchorCtr="0">
            <a:noAutofit/>
          </a:bodyPr>
          <a:lstStyle/>
          <a:p>
            <a:pPr lvl="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800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  <a:endParaRPr lang="fr-MA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44DBE7D4-68A5-453C-92AE-AA70B13C06BD}"/>
              </a:ext>
            </a:extLst>
          </p:cNvPr>
          <p:cNvSpPr/>
          <p:nvPr/>
        </p:nvSpPr>
        <p:spPr>
          <a:xfrm>
            <a:off x="1336675" y="3202782"/>
            <a:ext cx="2931744" cy="2782382"/>
          </a:xfrm>
          <a:custGeom>
            <a:avLst/>
            <a:gdLst>
              <a:gd name="connsiteX0" fmla="*/ 0 w 2931744"/>
              <a:gd name="connsiteY0" fmla="*/ 0 h 2670482"/>
              <a:gd name="connsiteX1" fmla="*/ 2931744 w 2931744"/>
              <a:gd name="connsiteY1" fmla="*/ 0 h 2670482"/>
              <a:gd name="connsiteX2" fmla="*/ 2931744 w 2931744"/>
              <a:gd name="connsiteY2" fmla="*/ 2670482 h 2670482"/>
              <a:gd name="connsiteX3" fmla="*/ 0 w 2931744"/>
              <a:gd name="connsiteY3" fmla="*/ 2670482 h 2670482"/>
              <a:gd name="connsiteX4" fmla="*/ 0 w 2931744"/>
              <a:gd name="connsiteY4" fmla="*/ 0 h 267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1744" h="2670482">
                <a:moveTo>
                  <a:pt x="0" y="0"/>
                </a:moveTo>
                <a:lnTo>
                  <a:pt x="2931744" y="0"/>
                </a:lnTo>
                <a:lnTo>
                  <a:pt x="2931744" y="2670482"/>
                </a:lnTo>
                <a:lnTo>
                  <a:pt x="0" y="267048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éditeur de code source léger et performant, développé par Microsoft , compatible avec Windows, Linux et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MA" sz="24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51FA4736-25EE-40E2-A806-5D5D766FA7B9}"/>
              </a:ext>
            </a:extLst>
          </p:cNvPr>
          <p:cNvSpPr/>
          <p:nvPr/>
        </p:nvSpPr>
        <p:spPr>
          <a:xfrm>
            <a:off x="4268419" y="2595854"/>
            <a:ext cx="6586905" cy="1386278"/>
          </a:xfrm>
          <a:custGeom>
            <a:avLst/>
            <a:gdLst>
              <a:gd name="connsiteX0" fmla="*/ 0 w 6586905"/>
              <a:gd name="connsiteY0" fmla="*/ 346570 h 1386278"/>
              <a:gd name="connsiteX1" fmla="*/ 5893766 w 6586905"/>
              <a:gd name="connsiteY1" fmla="*/ 346570 h 1386278"/>
              <a:gd name="connsiteX2" fmla="*/ 5893766 w 6586905"/>
              <a:gd name="connsiteY2" fmla="*/ 0 h 1386278"/>
              <a:gd name="connsiteX3" fmla="*/ 6586905 w 6586905"/>
              <a:gd name="connsiteY3" fmla="*/ 693139 h 1386278"/>
              <a:gd name="connsiteX4" fmla="*/ 5893766 w 6586905"/>
              <a:gd name="connsiteY4" fmla="*/ 1386278 h 1386278"/>
              <a:gd name="connsiteX5" fmla="*/ 5893766 w 6586905"/>
              <a:gd name="connsiteY5" fmla="*/ 1039709 h 1386278"/>
              <a:gd name="connsiteX6" fmla="*/ 0 w 6586905"/>
              <a:gd name="connsiteY6" fmla="*/ 1039709 h 1386278"/>
              <a:gd name="connsiteX7" fmla="*/ 0 w 6586905"/>
              <a:gd name="connsiteY7" fmla="*/ 346570 h 138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905" h="1386278">
                <a:moveTo>
                  <a:pt x="0" y="346570"/>
                </a:moveTo>
                <a:lnTo>
                  <a:pt x="5893766" y="346570"/>
                </a:lnTo>
                <a:lnTo>
                  <a:pt x="5893766" y="0"/>
                </a:lnTo>
                <a:lnTo>
                  <a:pt x="6586905" y="693139"/>
                </a:lnTo>
                <a:lnTo>
                  <a:pt x="5893766" y="1386278"/>
                </a:lnTo>
                <a:lnTo>
                  <a:pt x="5893766" y="1039709"/>
                </a:lnTo>
                <a:lnTo>
                  <a:pt x="0" y="1039709"/>
                </a:lnTo>
                <a:lnTo>
                  <a:pt x="0" y="34657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2870" tIns="449440" rIns="600569" bIns="566641" numCol="1" spcCol="1270" anchor="ctr" anchorCtr="0">
            <a:noAutofit/>
          </a:bodyPr>
          <a:lstStyle/>
          <a:p>
            <a:pPr lvl="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800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lang="fr-FR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27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C3A547DF-ED5F-4F88-A9A6-F2BA125B1B8E}"/>
              </a:ext>
            </a:extLst>
          </p:cNvPr>
          <p:cNvSpPr/>
          <p:nvPr/>
        </p:nvSpPr>
        <p:spPr>
          <a:xfrm>
            <a:off x="4268419" y="3664874"/>
            <a:ext cx="2931744" cy="2670482"/>
          </a:xfrm>
          <a:custGeom>
            <a:avLst/>
            <a:gdLst>
              <a:gd name="connsiteX0" fmla="*/ 0 w 2931744"/>
              <a:gd name="connsiteY0" fmla="*/ 0 h 2670482"/>
              <a:gd name="connsiteX1" fmla="*/ 2931744 w 2931744"/>
              <a:gd name="connsiteY1" fmla="*/ 0 h 2670482"/>
              <a:gd name="connsiteX2" fmla="*/ 2931744 w 2931744"/>
              <a:gd name="connsiteY2" fmla="*/ 2670482 h 2670482"/>
              <a:gd name="connsiteX3" fmla="*/ 0 w 2931744"/>
              <a:gd name="connsiteY3" fmla="*/ 2670482 h 2670482"/>
              <a:gd name="connsiteX4" fmla="*/ 0 w 2931744"/>
              <a:gd name="connsiteY4" fmla="*/ 0 h 267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1744" h="2670482">
                <a:moveTo>
                  <a:pt x="0" y="0"/>
                </a:moveTo>
                <a:lnTo>
                  <a:pt x="2931744" y="0"/>
                </a:lnTo>
                <a:lnTo>
                  <a:pt x="2931744" y="2670482"/>
                </a:lnTo>
                <a:lnTo>
                  <a:pt x="0" y="267048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lvl="0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web open-source conçue pour faciliter la gestion des bases de données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travers une interface graphique intuitive</a:t>
            </a:r>
            <a:endParaRPr lang="fr-MA" sz="23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0B2698B3-995D-40C4-9245-1027086288FC}"/>
              </a:ext>
            </a:extLst>
          </p:cNvPr>
          <p:cNvSpPr/>
          <p:nvPr/>
        </p:nvSpPr>
        <p:spPr>
          <a:xfrm>
            <a:off x="7200163" y="3057947"/>
            <a:ext cx="3655161" cy="1386278"/>
          </a:xfrm>
          <a:custGeom>
            <a:avLst/>
            <a:gdLst>
              <a:gd name="connsiteX0" fmla="*/ 0 w 3655161"/>
              <a:gd name="connsiteY0" fmla="*/ 346570 h 1386278"/>
              <a:gd name="connsiteX1" fmla="*/ 2962022 w 3655161"/>
              <a:gd name="connsiteY1" fmla="*/ 346570 h 1386278"/>
              <a:gd name="connsiteX2" fmla="*/ 2962022 w 3655161"/>
              <a:gd name="connsiteY2" fmla="*/ 0 h 1386278"/>
              <a:gd name="connsiteX3" fmla="*/ 3655161 w 3655161"/>
              <a:gd name="connsiteY3" fmla="*/ 693139 h 1386278"/>
              <a:gd name="connsiteX4" fmla="*/ 2962022 w 3655161"/>
              <a:gd name="connsiteY4" fmla="*/ 1386278 h 1386278"/>
              <a:gd name="connsiteX5" fmla="*/ 2962022 w 3655161"/>
              <a:gd name="connsiteY5" fmla="*/ 1039709 h 1386278"/>
              <a:gd name="connsiteX6" fmla="*/ 0 w 3655161"/>
              <a:gd name="connsiteY6" fmla="*/ 1039709 h 1386278"/>
              <a:gd name="connsiteX7" fmla="*/ 0 w 3655161"/>
              <a:gd name="connsiteY7" fmla="*/ 346570 h 138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5161" h="1386278">
                <a:moveTo>
                  <a:pt x="0" y="346570"/>
                </a:moveTo>
                <a:lnTo>
                  <a:pt x="2962022" y="346570"/>
                </a:lnTo>
                <a:lnTo>
                  <a:pt x="2962022" y="0"/>
                </a:lnTo>
                <a:lnTo>
                  <a:pt x="3655161" y="693139"/>
                </a:lnTo>
                <a:lnTo>
                  <a:pt x="2962022" y="1386278"/>
                </a:lnTo>
                <a:lnTo>
                  <a:pt x="2962022" y="1039709"/>
                </a:lnTo>
                <a:lnTo>
                  <a:pt x="0" y="1039709"/>
                </a:lnTo>
                <a:lnTo>
                  <a:pt x="0" y="34657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2870" tIns="449440" rIns="600569" bIns="566641" numCol="1" spcCol="1270" anchor="ctr" anchorCtr="0">
            <a:noAutofit/>
          </a:bodyPr>
          <a:lstStyle/>
          <a:p>
            <a:pPr lvl="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800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fr-FR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27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4644715F-35C7-4535-B412-65DEF1A34151}"/>
              </a:ext>
            </a:extLst>
          </p:cNvPr>
          <p:cNvSpPr/>
          <p:nvPr/>
        </p:nvSpPr>
        <p:spPr>
          <a:xfrm>
            <a:off x="7200163" y="4126967"/>
            <a:ext cx="2931744" cy="2631399"/>
          </a:xfrm>
          <a:custGeom>
            <a:avLst/>
            <a:gdLst>
              <a:gd name="connsiteX0" fmla="*/ 0 w 2931744"/>
              <a:gd name="connsiteY0" fmla="*/ 0 h 2631399"/>
              <a:gd name="connsiteX1" fmla="*/ 2931744 w 2931744"/>
              <a:gd name="connsiteY1" fmla="*/ 0 h 2631399"/>
              <a:gd name="connsiteX2" fmla="*/ 2931744 w 2931744"/>
              <a:gd name="connsiteY2" fmla="*/ 2631399 h 2631399"/>
              <a:gd name="connsiteX3" fmla="*/ 0 w 2931744"/>
              <a:gd name="connsiteY3" fmla="*/ 2631399 h 2631399"/>
              <a:gd name="connsiteX4" fmla="*/ 0 w 2931744"/>
              <a:gd name="connsiteY4" fmla="*/ 0 h 263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1744" h="2631399">
                <a:moveTo>
                  <a:pt x="0" y="0"/>
                </a:moveTo>
                <a:lnTo>
                  <a:pt x="2931744" y="0"/>
                </a:lnTo>
                <a:lnTo>
                  <a:pt x="2931744" y="2631399"/>
                </a:lnTo>
                <a:lnTo>
                  <a:pt x="0" y="263139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lvl="0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environnement de serveur local permet de développer et tester des applications web en local, en simulant un environnement de production.</a:t>
            </a:r>
            <a:r>
              <a:rPr lang="fr-FR" sz="23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MA" sz="23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322B70-03D3-46D4-897F-022EF2C5074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930" y="2398411"/>
            <a:ext cx="477741" cy="57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5B84AE-712E-427E-AAE2-B6E87961063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106" y="3571985"/>
            <a:ext cx="687390" cy="55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1E522EB-AEF6-4009-BFF9-8C699131E2E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106" y="2951142"/>
            <a:ext cx="687390" cy="620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157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35EB44A-9824-4C59-B733-66D265CBBFAC}"/>
              </a:ext>
            </a:extLst>
          </p:cNvPr>
          <p:cNvSpPr txBox="1"/>
          <p:nvPr/>
        </p:nvSpPr>
        <p:spPr>
          <a:xfrm>
            <a:off x="3229805" y="415860"/>
            <a:ext cx="5037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technologies utilisées</a:t>
            </a:r>
            <a:endParaRPr lang="fr-MA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8CE1E09-5298-4D0D-AD6D-73A25B9EDFC1}"/>
              </a:ext>
            </a:extLst>
          </p:cNvPr>
          <p:cNvSpPr txBox="1"/>
          <p:nvPr/>
        </p:nvSpPr>
        <p:spPr>
          <a:xfrm>
            <a:off x="143562" y="2040017"/>
            <a:ext cx="8405872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frontend : HTML, CSS, JS et AJAX pour l’interactivité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backend : PHP avec MySQL pour la gestion de données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intelligence : GPT-4 + arborescence JSON.</a:t>
            </a:r>
            <a:endParaRPr lang="fr-M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3">
            <a:extLst>
              <a:ext uri="{FF2B5EF4-FFF2-40B4-BE49-F238E27FC236}">
                <a16:creationId xmlns:a16="http://schemas.microsoft.com/office/drawing/2014/main" id="{D8CE1E09-5298-4D0D-AD6D-73A25B9EDFC1}"/>
              </a:ext>
            </a:extLst>
          </p:cNvPr>
          <p:cNvSpPr txBox="1"/>
          <p:nvPr/>
        </p:nvSpPr>
        <p:spPr>
          <a:xfrm>
            <a:off x="-1944248" y="4051301"/>
            <a:ext cx="11149399" cy="886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tout organisé avec une architecture MVC 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faciliter la maintenance</a:t>
            </a:r>
            <a:r>
              <a:rPr lang="fr-FR" sz="2000" dirty="0"/>
              <a:t>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833A6A-182A-44B3-BFB1-85DE7156A3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820" y="2067020"/>
            <a:ext cx="766049" cy="80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C0741-B169-44D2-8E82-9B47FF153C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216" y="4234384"/>
            <a:ext cx="1062809" cy="1008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2C692-084B-480C-A6D7-F409ED43A6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338" y="3307345"/>
            <a:ext cx="730567" cy="604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16E73A-1012-404D-9EAF-4352FC9579A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4622" y="2040017"/>
            <a:ext cx="1164113" cy="101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2A25A0-E798-40FD-BAB2-2FAC451D659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78" y="3100283"/>
            <a:ext cx="1104720" cy="93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Introduction to Ajax. Asynchronous JavaScript and XML | by ...">
            <a:extLst>
              <a:ext uri="{FF2B5EF4-FFF2-40B4-BE49-F238E27FC236}">
                <a16:creationId xmlns:a16="http://schemas.microsoft.com/office/drawing/2014/main" id="{7AFAC99C-0C70-4B10-81F2-B2F85D1C1DD1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508" y="4370547"/>
            <a:ext cx="1265579" cy="8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F025D7-E7E7-4CE7-AF3F-6C8EB2EA46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154" y="4079236"/>
            <a:ext cx="1062038" cy="10763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0A321B-14AC-4008-8CED-C67AE23126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875" y="3164673"/>
            <a:ext cx="940490" cy="84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0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254C6305-4FA3-4052-A5B4-01490FE87669}"/>
              </a:ext>
            </a:extLst>
          </p:cNvPr>
          <p:cNvSpPr txBox="1"/>
          <p:nvPr/>
        </p:nvSpPr>
        <p:spPr>
          <a:xfrm>
            <a:off x="7743065" y="3426047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F3702013-0638-4590-9FE2-AAB82947EA50}"/>
              </a:ext>
            </a:extLst>
          </p:cNvPr>
          <p:cNvSpPr txBox="1"/>
          <p:nvPr/>
        </p:nvSpPr>
        <p:spPr>
          <a:xfrm>
            <a:off x="5495227" y="2718161"/>
            <a:ext cx="6060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Réalisation</a:t>
            </a:r>
            <a:endParaRPr kumimoji="0" lang="en-GB" sz="13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3EBEA1-5420-4492-BAE3-9417D24D2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53" y="1190810"/>
            <a:ext cx="4470474" cy="447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8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5028" y="90193"/>
            <a:ext cx="5999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Liste des questions</a:t>
            </a:r>
            <a:r>
              <a:rPr lang="fr-FR" sz="3200" b="1" dirty="0"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réponses</a:t>
            </a:r>
            <a:endParaRPr lang="en-US" sz="32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531710" y="2416722"/>
            <a:ext cx="5173364" cy="1015663"/>
          </a:xfrm>
          <a:prstGeom prst="rect">
            <a:avLst/>
          </a:prstGeom>
        </p:spPr>
        <p:txBody>
          <a:bodyPr/>
          <a:lstStyle/>
          <a:p>
            <a:pPr lvl="0" rtl="0">
              <a:buChar char="•"/>
            </a:pP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58346" y="3662217"/>
            <a:ext cx="5173364" cy="1323439"/>
          </a:xfrm>
          <a:prstGeom prst="rect">
            <a:avLst/>
          </a:prstGeom>
        </p:spPr>
        <p:txBody>
          <a:bodyPr/>
          <a:lstStyle/>
          <a:p>
            <a:pPr lvl="0" rtl="0">
              <a:buChar char="•"/>
            </a:pP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58346" y="4979665"/>
            <a:ext cx="5173364" cy="1015663"/>
          </a:xfrm>
          <a:prstGeom prst="rect">
            <a:avLst/>
          </a:prstGeom>
        </p:spPr>
        <p:txBody>
          <a:bodyPr/>
          <a:lstStyle/>
          <a:p>
            <a:pPr lvl="0" rtl="0">
              <a:buChar char="•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4AF998-8628-4F23-8E8F-EEC53DAB5BB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2" y="1041304"/>
            <a:ext cx="11279147" cy="52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32">
            <a:extLst>
              <a:ext uri="{FF2B5EF4-FFF2-40B4-BE49-F238E27FC236}">
                <a16:creationId xmlns:a16="http://schemas.microsoft.com/office/drawing/2014/main" id="{013ADD39-15C6-4BD0-A59E-D57656DAD941}"/>
              </a:ext>
            </a:extLst>
          </p:cNvPr>
          <p:cNvSpPr txBox="1"/>
          <p:nvPr/>
        </p:nvSpPr>
        <p:spPr>
          <a:xfrm>
            <a:off x="10767175" y="2570610"/>
            <a:ext cx="6060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Réalisation</a:t>
            </a:r>
            <a:endParaRPr kumimoji="0" lang="en-GB" sz="9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448DF-C32B-4B74-A449-876608053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93742" y="957021"/>
            <a:ext cx="4470474" cy="4470474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A3219E2A-B506-4238-A18C-A09C30B80450}"/>
              </a:ext>
            </a:extLst>
          </p:cNvPr>
          <p:cNvSpPr txBox="1"/>
          <p:nvPr/>
        </p:nvSpPr>
        <p:spPr>
          <a:xfrm>
            <a:off x="7665244" y="-1245169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617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3586" y="208840"/>
            <a:ext cx="6300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Ajoute des questions &amp; réponses</a:t>
            </a:r>
            <a:endParaRPr lang="fr-FR" sz="4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CFD82-6AF9-4A3D-90CF-CB51DEC0BBF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80" y="1147983"/>
            <a:ext cx="11107554" cy="5345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0888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0800" y="194920"/>
            <a:ext cx="7010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Modifier des questions &amp; réponses</a:t>
            </a:r>
            <a:endParaRPr lang="fr-FR" sz="4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501EC-1C75-4D74-B66D-472D7F0B2F1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27" y="1101641"/>
            <a:ext cx="11250686" cy="5269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3421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360" y="299512"/>
            <a:ext cx="428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utilisateur</a:t>
            </a:r>
            <a:endParaRPr lang="fr-FR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94DFD-8E24-42FC-89BF-F6DD329DE9C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9" y="945843"/>
            <a:ext cx="11363421" cy="5468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46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360" y="299512"/>
            <a:ext cx="428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n>
                  <a:noFill/>
                </a:ln>
                <a:solidFill>
                  <a:srgbClr val="00B05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utilisateur</a:t>
            </a:r>
            <a:endParaRPr lang="fr-FR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FEB838-35F4-493D-A397-489A7ACB6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88" y="945843"/>
            <a:ext cx="11363421" cy="546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24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FC95F7-3383-401C-85A9-29FD2B6D67D6}"/>
              </a:ext>
            </a:extLst>
          </p:cNvPr>
          <p:cNvSpPr txBox="1"/>
          <p:nvPr/>
        </p:nvSpPr>
        <p:spPr>
          <a:xfrm>
            <a:off x="7353300" y="1890774"/>
            <a:ext cx="4571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</a:t>
            </a:r>
          </a:p>
          <a:p>
            <a:pPr algn="ctr"/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d’Amélioration</a:t>
            </a:r>
            <a:endParaRPr lang="en-US" sz="4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E34A3-65FB-4A8E-BF24-F3910F5EE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930057"/>
            <a:ext cx="5072063" cy="5072063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04F56819-422C-4BB6-B88B-1A7DF436C2CB}"/>
              </a:ext>
            </a:extLst>
          </p:cNvPr>
          <p:cNvSpPr txBox="1"/>
          <p:nvPr/>
        </p:nvSpPr>
        <p:spPr>
          <a:xfrm>
            <a:off x="8856651" y="3460434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54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BE6B01-7641-4020-8958-2CEB15C9B57D}"/>
              </a:ext>
            </a:extLst>
          </p:cNvPr>
          <p:cNvSpPr txBox="1"/>
          <p:nvPr/>
        </p:nvSpPr>
        <p:spPr>
          <a:xfrm>
            <a:off x="3105150" y="119124"/>
            <a:ext cx="69220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</a:t>
            </a:r>
            <a:r>
              <a:rPr lang="en-US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d’Amélioration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7E1DA-7055-4AC0-9943-5A577460C971}"/>
              </a:ext>
            </a:extLst>
          </p:cNvPr>
          <p:cNvSpPr txBox="1"/>
          <p:nvPr/>
        </p:nvSpPr>
        <p:spPr>
          <a:xfrm>
            <a:off x="209550" y="1547099"/>
            <a:ext cx="9639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l’IA pour automatiser et personnaliser l’analyse des profils d’orientation.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4243B-F7AC-4E72-BFB1-4DDD8C3C0AE4}"/>
              </a:ext>
            </a:extLst>
          </p:cNvPr>
          <p:cNvSpPr txBox="1"/>
          <p:nvPr/>
        </p:nvSpPr>
        <p:spPr>
          <a:xfrm>
            <a:off x="209550" y="2378096"/>
            <a:ext cx="9505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anose="020B0604020202020204" pitchFamily="34" charset="0"/>
              <a:buChar char="•"/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Évolution vers une application mobile interactive pour offrir une meilleure expérience utilisateur.</a:t>
            </a:r>
            <a:endParaRPr lang="en-US" sz="24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E09E8-7749-4D40-A925-B091C269F3F2}"/>
              </a:ext>
            </a:extLst>
          </p:cNvPr>
          <p:cNvSpPr txBox="1"/>
          <p:nvPr/>
        </p:nvSpPr>
        <p:spPr>
          <a:xfrm>
            <a:off x="209550" y="3209093"/>
            <a:ext cx="9505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anose="020B0604020202020204" pitchFamily="34" charset="0"/>
              <a:buChar char="•"/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Généralisation de l’outil à d’autres niveaux d’études ou systèmes éducatifs (collégiens, étudiants en réorientation, etc.).</a:t>
            </a:r>
            <a:endParaRPr lang="en-US" sz="2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3EE290-DA13-41EB-9CF5-50E71FFBC026}"/>
              </a:ext>
            </a:extLst>
          </p:cNvPr>
          <p:cNvSpPr txBox="1"/>
          <p:nvPr/>
        </p:nvSpPr>
        <p:spPr>
          <a:xfrm>
            <a:off x="209550" y="4040090"/>
            <a:ext cx="9505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anose="020B0604020202020204" pitchFamily="34" charset="0"/>
              <a:buChar char="•"/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Ajout d’un mode conversationnel vocal avec reconnaissance et synthèse vocale.</a:t>
            </a:r>
            <a:endParaRPr lang="en-US" sz="2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1AD42-BA28-4D27-86EE-55A3E5303533}"/>
              </a:ext>
            </a:extLst>
          </p:cNvPr>
          <p:cNvSpPr txBox="1"/>
          <p:nvPr/>
        </p:nvSpPr>
        <p:spPr>
          <a:xfrm>
            <a:off x="209550" y="4871087"/>
            <a:ext cx="9505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400"/>
              <a:buFont typeface="Arial" panose="020B0604020202020204" pitchFamily="34" charset="0"/>
              <a:buChar char="•"/>
            </a:pPr>
            <a:r>
              <a:rPr lang="fr-FR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Connexion en temps réel aux bases de données éducatives nationales (Massar, Campus Maroc…).</a:t>
            </a:r>
            <a:endParaRPr lang="en-US" sz="2400" dirty="0">
              <a:effectLst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1921DA6-DFA6-47B2-B8E2-55F9A6AAD85D}"/>
              </a:ext>
            </a:extLst>
          </p:cNvPr>
          <p:cNvSpPr txBox="1"/>
          <p:nvPr/>
        </p:nvSpPr>
        <p:spPr>
          <a:xfrm>
            <a:off x="7178202" y="-1707767"/>
            <a:ext cx="4571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</a:t>
            </a:r>
          </a:p>
          <a:p>
            <a:pPr algn="ctr"/>
            <a:r>
              <a:rPr lang="en-US" sz="4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d’Amélioration</a:t>
            </a:r>
            <a:endParaRPr lang="en-US" sz="4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10476D33-C84A-49CF-A94E-C96AFC005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90872" y="892968"/>
            <a:ext cx="5072063" cy="5072063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4D826D5A-4FB4-4623-BA54-F95E24909B59}"/>
              </a:ext>
            </a:extLst>
          </p:cNvPr>
          <p:cNvSpPr txBox="1"/>
          <p:nvPr/>
        </p:nvSpPr>
        <p:spPr>
          <a:xfrm>
            <a:off x="8856651" y="8149166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568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0" grpId="0"/>
      <p:bldP spid="12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7C239D8-6A01-4146-901E-2F237B77237B}"/>
              </a:ext>
            </a:extLst>
          </p:cNvPr>
          <p:cNvSpPr/>
          <p:nvPr/>
        </p:nvSpPr>
        <p:spPr>
          <a:xfrm>
            <a:off x="1614924" y="5493654"/>
            <a:ext cx="3766861" cy="380050"/>
          </a:xfrm>
          <a:prstGeom prst="ellips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6445251" y="1997379"/>
            <a:ext cx="4786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960438" y="912109"/>
            <a:ext cx="4786312" cy="5039851"/>
            <a:chOff x="5995988" y="2712903"/>
            <a:chExt cx="2457450" cy="2587625"/>
          </a:xfrm>
          <a:solidFill>
            <a:srgbClr val="92D050"/>
          </a:solidFill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">
            <a:extLst>
              <a:ext uri="{FF2B5EF4-FFF2-40B4-BE49-F238E27FC236}">
                <a16:creationId xmlns:a16="http://schemas.microsoft.com/office/drawing/2014/main" id="{6FFA94FE-36AF-45FD-BC87-8062AD66BA39}"/>
              </a:ext>
            </a:extLst>
          </p:cNvPr>
          <p:cNvSpPr txBox="1"/>
          <p:nvPr/>
        </p:nvSpPr>
        <p:spPr>
          <a:xfrm>
            <a:off x="8055758" y="2963154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62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5A4A3F-B9FD-4803-90DF-D5F84B91D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486" y="1533117"/>
            <a:ext cx="8209026" cy="4874110"/>
          </a:xfrm>
          <a:prstGeom prst="rect">
            <a:avLst/>
          </a:prstGeom>
        </p:spPr>
      </p:pic>
      <p:sp>
        <p:nvSpPr>
          <p:cNvPr id="5" name="Oval 11">
            <a:extLst>
              <a:ext uri="{FF2B5EF4-FFF2-40B4-BE49-F238E27FC236}">
                <a16:creationId xmlns:a16="http://schemas.microsoft.com/office/drawing/2014/main" id="{354029B1-73BB-4BF9-91B3-90D981EBC4DE}"/>
              </a:ext>
            </a:extLst>
          </p:cNvPr>
          <p:cNvSpPr/>
          <p:nvPr/>
        </p:nvSpPr>
        <p:spPr>
          <a:xfrm>
            <a:off x="-4481076" y="5490619"/>
            <a:ext cx="3766861" cy="380050"/>
          </a:xfrm>
          <a:prstGeom prst="ellips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2F766C5-0CA6-4C72-A112-1A678F637444}"/>
              </a:ext>
            </a:extLst>
          </p:cNvPr>
          <p:cNvSpPr txBox="1"/>
          <p:nvPr/>
        </p:nvSpPr>
        <p:spPr>
          <a:xfrm>
            <a:off x="3702843" y="165412"/>
            <a:ext cx="4786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7979891C-16DE-433D-B9AB-771706B42B65}"/>
              </a:ext>
            </a:extLst>
          </p:cNvPr>
          <p:cNvGrpSpPr/>
          <p:nvPr/>
        </p:nvGrpSpPr>
        <p:grpSpPr>
          <a:xfrm>
            <a:off x="-5135562" y="909074"/>
            <a:ext cx="4786312" cy="5039851"/>
            <a:chOff x="5995988" y="2712903"/>
            <a:chExt cx="2457450" cy="2587625"/>
          </a:xfrm>
          <a:solidFill>
            <a:srgbClr val="92D050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392810E-80D8-4DB9-9D05-DE0F3A5A2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2BD6866-5CA5-4BF7-8D0E-92435A207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6DF8DAB-C2D6-4E25-8661-7E86E5F2D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Box 1">
            <a:extLst>
              <a:ext uri="{FF2B5EF4-FFF2-40B4-BE49-F238E27FC236}">
                <a16:creationId xmlns:a16="http://schemas.microsoft.com/office/drawing/2014/main" id="{6CF6371E-759F-4722-8D50-36C8079A5DFB}"/>
              </a:ext>
            </a:extLst>
          </p:cNvPr>
          <p:cNvSpPr txBox="1"/>
          <p:nvPr/>
        </p:nvSpPr>
        <p:spPr>
          <a:xfrm>
            <a:off x="12192000" y="2978719"/>
            <a:ext cx="156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MA" sz="6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570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ფოტოს აღწერილობა მიუწვდომელია.">
            <a:extLst>
              <a:ext uri="{FF2B5EF4-FFF2-40B4-BE49-F238E27FC236}">
                <a16:creationId xmlns:a16="http://schemas.microsoft.com/office/drawing/2014/main" id="{11EC7EFE-5EE6-4455-A2B7-2ADB55C42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5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6485</TotalTime>
  <Words>751</Words>
  <Application>Microsoft Office PowerPoint</Application>
  <PresentationFormat>Grand écran</PresentationFormat>
  <Paragraphs>176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Noto Sans</vt:lpstr>
      <vt:lpstr>Open Sans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angarimad@gmail.com</cp:lastModifiedBy>
  <cp:revision>313</cp:revision>
  <dcterms:created xsi:type="dcterms:W3CDTF">2024-10-18T21:01:11Z</dcterms:created>
  <dcterms:modified xsi:type="dcterms:W3CDTF">2025-06-11T23:45:16Z</dcterms:modified>
</cp:coreProperties>
</file>